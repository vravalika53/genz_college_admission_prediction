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62" r:id="rId4"/>
    <p:sldId id="263" r:id="rId5"/>
    <p:sldId id="264" r:id="rId6"/>
    <p:sldId id="265" r:id="rId7"/>
    <p:sldId id="266" r:id="rId8"/>
    <p:sldId id="267" r:id="rId9"/>
    <p:sldId id="268" r:id="rId10"/>
    <p:sldId id="274" r:id="rId11"/>
    <p:sldId id="272" r:id="rId12"/>
    <p:sldId id="282" r:id="rId13"/>
    <p:sldId id="270" r:id="rId14"/>
    <p:sldId id="261" r:id="rId15"/>
    <p:sldId id="271" r:id="rId16"/>
    <p:sldId id="275" r:id="rId17"/>
    <p:sldId id="276" r:id="rId18"/>
    <p:sldId id="278" r:id="rId19"/>
    <p:sldId id="277" r:id="rId20"/>
    <p:sldId id="281" r:id="rId21"/>
    <p:sldId id="2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2D3353-3503-4452-A296-E292D32527C2}" v="68" dt="2026-08-07T23:22:37.7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lamalla rajasrinivas" userId="d03f291980153eb1" providerId="LiveId" clId="{34D734B2-930F-4589-A254-2F5B45EC0050}"/>
    <pc:docChg chg="undo custSel addSld delSld modSld sldOrd">
      <pc:chgData name="vallamalla rajasrinivas" userId="d03f291980153eb1" providerId="LiveId" clId="{34D734B2-930F-4589-A254-2F5B45EC0050}" dt="2026-08-07T23:42:23.389" v="2589" actId="1076"/>
      <pc:docMkLst>
        <pc:docMk/>
      </pc:docMkLst>
      <pc:sldChg chg="addSp delSp modSp new mod">
        <pc:chgData name="vallamalla rajasrinivas" userId="d03f291980153eb1" providerId="LiveId" clId="{34D734B2-930F-4589-A254-2F5B45EC0050}" dt="2026-08-07T23:24:15.807" v="2504" actId="113"/>
        <pc:sldMkLst>
          <pc:docMk/>
          <pc:sldMk cId="82859727" sldId="258"/>
        </pc:sldMkLst>
        <pc:spChg chg="add mod">
          <ac:chgData name="vallamalla rajasrinivas" userId="d03f291980153eb1" providerId="LiveId" clId="{34D734B2-930F-4589-A254-2F5B45EC0050}" dt="2026-08-05T09:37:46.208" v="102" actId="14100"/>
          <ac:spMkLst>
            <pc:docMk/>
            <pc:sldMk cId="82859727" sldId="258"/>
            <ac:spMk id="7" creationId="{AF64FC6E-8D3B-DA7F-314D-4598AD046C3C}"/>
          </ac:spMkLst>
        </pc:spChg>
        <pc:spChg chg="add mod">
          <ac:chgData name="vallamalla rajasrinivas" userId="d03f291980153eb1" providerId="LiveId" clId="{34D734B2-930F-4589-A254-2F5B45EC0050}" dt="2026-08-07T23:24:15.807" v="2504" actId="113"/>
          <ac:spMkLst>
            <pc:docMk/>
            <pc:sldMk cId="82859727" sldId="258"/>
            <ac:spMk id="9" creationId="{D843FEF0-F49C-4B79-2306-C2A719260A77}"/>
          </ac:spMkLst>
        </pc:spChg>
        <pc:picChg chg="add">
          <ac:chgData name="vallamalla rajasrinivas" userId="d03f291980153eb1" providerId="LiveId" clId="{34D734B2-930F-4589-A254-2F5B45EC0050}" dt="2026-08-05T09:20:47.344" v="4" actId="22"/>
          <ac:picMkLst>
            <pc:docMk/>
            <pc:sldMk cId="82859727" sldId="258"/>
            <ac:picMk id="3" creationId="{9D20BBFF-E194-E58E-EAFF-7664EB02193F}"/>
          </ac:picMkLst>
        </pc:picChg>
      </pc:sldChg>
      <pc:sldChg chg="addSp modSp new mod">
        <pc:chgData name="vallamalla rajasrinivas" userId="d03f291980153eb1" providerId="LiveId" clId="{34D734B2-930F-4589-A254-2F5B45EC0050}" dt="2026-08-07T23:41:59.040" v="2583" actId="14100"/>
        <pc:sldMkLst>
          <pc:docMk/>
          <pc:sldMk cId="1824861404" sldId="260"/>
        </pc:sldMkLst>
        <pc:spChg chg="mod">
          <ac:chgData name="vallamalla rajasrinivas" userId="d03f291980153eb1" providerId="LiveId" clId="{34D734B2-930F-4589-A254-2F5B45EC0050}" dt="2026-08-07T23:24:29.452" v="2505" actId="207"/>
          <ac:spMkLst>
            <pc:docMk/>
            <pc:sldMk cId="1824861404" sldId="260"/>
            <ac:spMk id="2" creationId="{240C1835-9BA4-C29F-DDB4-8D6EAAC0C399}"/>
          </ac:spMkLst>
        </pc:spChg>
        <pc:spChg chg="mod">
          <ac:chgData name="vallamalla rajasrinivas" userId="d03f291980153eb1" providerId="LiveId" clId="{34D734B2-930F-4589-A254-2F5B45EC0050}" dt="2026-08-07T11:07:46.942" v="1322" actId="255"/>
          <ac:spMkLst>
            <pc:docMk/>
            <pc:sldMk cId="1824861404" sldId="260"/>
            <ac:spMk id="3" creationId="{D78AD4AE-0DEC-6F34-B48F-3477C2B1FDBF}"/>
          </ac:spMkLst>
        </pc:spChg>
        <pc:picChg chg="add mod">
          <ac:chgData name="vallamalla rajasrinivas" userId="d03f291980153eb1" providerId="LiveId" clId="{34D734B2-930F-4589-A254-2F5B45EC0050}" dt="2026-08-07T23:41:59.040" v="2583" actId="14100"/>
          <ac:picMkLst>
            <pc:docMk/>
            <pc:sldMk cId="1824861404" sldId="260"/>
            <ac:picMk id="5" creationId="{C073ECD5-2FB9-BDF0-583C-1601BC931E08}"/>
          </ac:picMkLst>
        </pc:picChg>
      </pc:sldChg>
      <pc:sldChg chg="addSp delSp modSp new mod ord">
        <pc:chgData name="vallamalla rajasrinivas" userId="d03f291980153eb1" providerId="LiveId" clId="{34D734B2-930F-4589-A254-2F5B45EC0050}" dt="2026-08-07T23:39:44.502" v="2554" actId="1076"/>
        <pc:sldMkLst>
          <pc:docMk/>
          <pc:sldMk cId="3265957475" sldId="261"/>
        </pc:sldMkLst>
        <pc:picChg chg="add mod">
          <ac:chgData name="vallamalla rajasrinivas" userId="d03f291980153eb1" providerId="LiveId" clId="{34D734B2-930F-4589-A254-2F5B45EC0050}" dt="2026-08-07T23:39:44.502" v="2554" actId="1076"/>
          <ac:picMkLst>
            <pc:docMk/>
            <pc:sldMk cId="3265957475" sldId="261"/>
            <ac:picMk id="3" creationId="{331F68E9-0516-49A1-5A5B-8E2E02486E21}"/>
          </ac:picMkLst>
        </pc:picChg>
        <pc:picChg chg="add mod">
          <ac:chgData name="vallamalla rajasrinivas" userId="d03f291980153eb1" providerId="LiveId" clId="{34D734B2-930F-4589-A254-2F5B45EC0050}" dt="2026-08-05T11:09:07.207" v="612" actId="14100"/>
          <ac:picMkLst>
            <pc:docMk/>
            <pc:sldMk cId="3265957475" sldId="261"/>
            <ac:picMk id="5" creationId="{270E9F2F-2C17-A92C-9EF2-7BE88499C7AB}"/>
          </ac:picMkLst>
        </pc:picChg>
      </pc:sldChg>
      <pc:sldChg chg="addSp delSp modSp new mod">
        <pc:chgData name="vallamalla rajasrinivas" userId="d03f291980153eb1" providerId="LiveId" clId="{34D734B2-930F-4589-A254-2F5B45EC0050}" dt="2026-08-07T23:42:12.330" v="2586" actId="1076"/>
        <pc:sldMkLst>
          <pc:docMk/>
          <pc:sldMk cId="3195503531" sldId="262"/>
        </pc:sldMkLst>
        <pc:spChg chg="mod">
          <ac:chgData name="vallamalla rajasrinivas" userId="d03f291980153eb1" providerId="LiveId" clId="{34D734B2-930F-4589-A254-2F5B45EC0050}" dt="2026-08-07T23:24:37.460" v="2506" actId="207"/>
          <ac:spMkLst>
            <pc:docMk/>
            <pc:sldMk cId="3195503531" sldId="262"/>
            <ac:spMk id="2" creationId="{ABA9F1AA-5CF1-8FBB-3152-3EE0363A14CC}"/>
          </ac:spMkLst>
        </pc:spChg>
        <pc:spChg chg="mod">
          <ac:chgData name="vallamalla rajasrinivas" userId="d03f291980153eb1" providerId="LiveId" clId="{34D734B2-930F-4589-A254-2F5B45EC0050}" dt="2026-08-05T11:46:20.801" v="1039" actId="20577"/>
          <ac:spMkLst>
            <pc:docMk/>
            <pc:sldMk cId="3195503531" sldId="262"/>
            <ac:spMk id="3" creationId="{6ACF21E2-7B4B-6FFD-F28D-C2EB526EDD4C}"/>
          </ac:spMkLst>
        </pc:spChg>
        <pc:picChg chg="add mod">
          <ac:chgData name="vallamalla rajasrinivas" userId="d03f291980153eb1" providerId="LiveId" clId="{34D734B2-930F-4589-A254-2F5B45EC0050}" dt="2026-08-07T15:08:15.749" v="2301" actId="1076"/>
          <ac:picMkLst>
            <pc:docMk/>
            <pc:sldMk cId="3195503531" sldId="262"/>
            <ac:picMk id="4" creationId="{A6D9BFF8-7A71-4DEF-EE8A-A8F0307417E7}"/>
          </ac:picMkLst>
        </pc:picChg>
        <pc:picChg chg="add mod">
          <ac:chgData name="vallamalla rajasrinivas" userId="d03f291980153eb1" providerId="LiveId" clId="{34D734B2-930F-4589-A254-2F5B45EC0050}" dt="2026-08-07T23:42:12.330" v="2586" actId="1076"/>
          <ac:picMkLst>
            <pc:docMk/>
            <pc:sldMk cId="3195503531" sldId="262"/>
            <ac:picMk id="6" creationId="{5AD21A87-1C9A-96E2-D1CF-906624888910}"/>
          </ac:picMkLst>
        </pc:picChg>
      </pc:sldChg>
      <pc:sldChg chg="addSp modSp new mod">
        <pc:chgData name="vallamalla rajasrinivas" userId="d03f291980153eb1" providerId="LiveId" clId="{34D734B2-930F-4589-A254-2F5B45EC0050}" dt="2026-08-07T23:42:23.389" v="2589" actId="1076"/>
        <pc:sldMkLst>
          <pc:docMk/>
          <pc:sldMk cId="4036365150" sldId="263"/>
        </pc:sldMkLst>
        <pc:spChg chg="mod">
          <ac:chgData name="vallamalla rajasrinivas" userId="d03f291980153eb1" providerId="LiveId" clId="{34D734B2-930F-4589-A254-2F5B45EC0050}" dt="2026-08-07T23:24:51.260" v="2507" actId="207"/>
          <ac:spMkLst>
            <pc:docMk/>
            <pc:sldMk cId="4036365150" sldId="263"/>
            <ac:spMk id="2" creationId="{656B8193-56F3-428A-B2AB-7C7553526B80}"/>
          </ac:spMkLst>
        </pc:spChg>
        <pc:spChg chg="mod">
          <ac:chgData name="vallamalla rajasrinivas" userId="d03f291980153eb1" providerId="LiveId" clId="{34D734B2-930F-4589-A254-2F5B45EC0050}" dt="2026-08-07T11:08:57.368" v="1323" actId="123"/>
          <ac:spMkLst>
            <pc:docMk/>
            <pc:sldMk cId="4036365150" sldId="263"/>
            <ac:spMk id="3" creationId="{615AA7DB-B9A6-271A-0454-43CB378AAF22}"/>
          </ac:spMkLst>
        </pc:spChg>
        <pc:picChg chg="add mod">
          <ac:chgData name="vallamalla rajasrinivas" userId="d03f291980153eb1" providerId="LiveId" clId="{34D734B2-930F-4589-A254-2F5B45EC0050}" dt="2026-08-07T23:42:23.389" v="2589" actId="1076"/>
          <ac:picMkLst>
            <pc:docMk/>
            <pc:sldMk cId="4036365150" sldId="263"/>
            <ac:picMk id="5" creationId="{4FAAE2A2-2501-9E52-D150-C7E079D209A3}"/>
          </ac:picMkLst>
        </pc:picChg>
      </pc:sldChg>
      <pc:sldChg chg="addSp modSp new mod">
        <pc:chgData name="vallamalla rajasrinivas" userId="d03f291980153eb1" providerId="LiveId" clId="{34D734B2-930F-4589-A254-2F5B45EC0050}" dt="2026-08-07T23:41:37.188" v="2579" actId="1076"/>
        <pc:sldMkLst>
          <pc:docMk/>
          <pc:sldMk cId="1293410284" sldId="264"/>
        </pc:sldMkLst>
        <pc:spChg chg="mod">
          <ac:chgData name="vallamalla rajasrinivas" userId="d03f291980153eb1" providerId="LiveId" clId="{34D734B2-930F-4589-A254-2F5B45EC0050}" dt="2026-08-07T23:25:17.228" v="2509" actId="207"/>
          <ac:spMkLst>
            <pc:docMk/>
            <pc:sldMk cId="1293410284" sldId="264"/>
            <ac:spMk id="2" creationId="{B4F9EA6F-E8FD-1967-4BD0-C53C2442B31F}"/>
          </ac:spMkLst>
        </pc:spChg>
        <pc:spChg chg="mod">
          <ac:chgData name="vallamalla rajasrinivas" userId="d03f291980153eb1" providerId="LiveId" clId="{34D734B2-930F-4589-A254-2F5B45EC0050}" dt="2026-08-05T12:05:25.426" v="1321" actId="20577"/>
          <ac:spMkLst>
            <pc:docMk/>
            <pc:sldMk cId="1293410284" sldId="264"/>
            <ac:spMk id="3" creationId="{6D2654C1-FF41-CAC0-ECE9-B71C29ABFEA5}"/>
          </ac:spMkLst>
        </pc:spChg>
        <pc:picChg chg="add mod">
          <ac:chgData name="vallamalla rajasrinivas" userId="d03f291980153eb1" providerId="LiveId" clId="{34D734B2-930F-4589-A254-2F5B45EC0050}" dt="2026-08-07T23:41:37.188" v="2579" actId="1076"/>
          <ac:picMkLst>
            <pc:docMk/>
            <pc:sldMk cId="1293410284" sldId="264"/>
            <ac:picMk id="5" creationId="{BBA2134D-C21B-F6F0-07E4-51D2A5C2C1F2}"/>
          </ac:picMkLst>
        </pc:picChg>
      </pc:sldChg>
      <pc:sldChg chg="addSp modSp new mod">
        <pc:chgData name="vallamalla rajasrinivas" userId="d03f291980153eb1" providerId="LiveId" clId="{34D734B2-930F-4589-A254-2F5B45EC0050}" dt="2026-08-07T23:41:28.441" v="2576" actId="1076"/>
        <pc:sldMkLst>
          <pc:docMk/>
          <pc:sldMk cId="2162194368" sldId="265"/>
        </pc:sldMkLst>
        <pc:spChg chg="mod">
          <ac:chgData name="vallamalla rajasrinivas" userId="d03f291980153eb1" providerId="LiveId" clId="{34D734B2-930F-4589-A254-2F5B45EC0050}" dt="2026-08-07T23:23:51.475" v="2501" actId="207"/>
          <ac:spMkLst>
            <pc:docMk/>
            <pc:sldMk cId="2162194368" sldId="265"/>
            <ac:spMk id="2" creationId="{FD7EBB46-7285-7EE9-EF33-EA379D1CF070}"/>
          </ac:spMkLst>
        </pc:spChg>
        <pc:spChg chg="mod">
          <ac:chgData name="vallamalla rajasrinivas" userId="d03f291980153eb1" providerId="LiveId" clId="{34D734B2-930F-4589-A254-2F5B45EC0050}" dt="2026-08-07T23:23:07.303" v="2500" actId="20577"/>
          <ac:spMkLst>
            <pc:docMk/>
            <pc:sldMk cId="2162194368" sldId="265"/>
            <ac:spMk id="3" creationId="{3BCA9BF5-D506-0859-936C-5F61CB7CA314}"/>
          </ac:spMkLst>
        </pc:spChg>
        <pc:picChg chg="add mod">
          <ac:chgData name="vallamalla rajasrinivas" userId="d03f291980153eb1" providerId="LiveId" clId="{34D734B2-930F-4589-A254-2F5B45EC0050}" dt="2026-08-07T23:41:28.441" v="2576" actId="1076"/>
          <ac:picMkLst>
            <pc:docMk/>
            <pc:sldMk cId="2162194368" sldId="265"/>
            <ac:picMk id="5" creationId="{A79AF1DB-8318-7DD3-2BCB-DCE7BA313CB5}"/>
          </ac:picMkLst>
        </pc:picChg>
      </pc:sldChg>
      <pc:sldChg chg="addSp modSp new mod">
        <pc:chgData name="vallamalla rajasrinivas" userId="d03f291980153eb1" providerId="LiveId" clId="{34D734B2-930F-4589-A254-2F5B45EC0050}" dt="2026-08-07T23:41:17.104" v="2573" actId="1076"/>
        <pc:sldMkLst>
          <pc:docMk/>
          <pc:sldMk cId="1863656129" sldId="266"/>
        </pc:sldMkLst>
        <pc:spChg chg="mod">
          <ac:chgData name="vallamalla rajasrinivas" userId="d03f291980153eb1" providerId="LiveId" clId="{34D734B2-930F-4589-A254-2F5B45EC0050}" dt="2026-08-07T23:25:29.048" v="2510" actId="207"/>
          <ac:spMkLst>
            <pc:docMk/>
            <pc:sldMk cId="1863656129" sldId="266"/>
            <ac:spMk id="2" creationId="{ECBC88DE-FF9F-4FB1-162C-3CB95B733444}"/>
          </ac:spMkLst>
        </pc:spChg>
        <pc:spChg chg="mod">
          <ac:chgData name="vallamalla rajasrinivas" userId="d03f291980153eb1" providerId="LiveId" clId="{34D734B2-930F-4589-A254-2F5B45EC0050}" dt="2026-08-07T11:11:55.569" v="1327" actId="20577"/>
          <ac:spMkLst>
            <pc:docMk/>
            <pc:sldMk cId="1863656129" sldId="266"/>
            <ac:spMk id="3" creationId="{EE39EA28-1106-A38D-9027-BC78B91643FF}"/>
          </ac:spMkLst>
        </pc:spChg>
        <pc:picChg chg="add mod">
          <ac:chgData name="vallamalla rajasrinivas" userId="d03f291980153eb1" providerId="LiveId" clId="{34D734B2-930F-4589-A254-2F5B45EC0050}" dt="2026-08-07T23:41:17.104" v="2573" actId="1076"/>
          <ac:picMkLst>
            <pc:docMk/>
            <pc:sldMk cId="1863656129" sldId="266"/>
            <ac:picMk id="5" creationId="{1B679E74-84D5-1468-D88D-FF9E3FDF7560}"/>
          </ac:picMkLst>
        </pc:picChg>
      </pc:sldChg>
      <pc:sldChg chg="addSp delSp modSp new mod">
        <pc:chgData name="vallamalla rajasrinivas" userId="d03f291980153eb1" providerId="LiveId" clId="{34D734B2-930F-4589-A254-2F5B45EC0050}" dt="2026-08-07T23:41:07.001" v="2570" actId="1076"/>
        <pc:sldMkLst>
          <pc:docMk/>
          <pc:sldMk cId="3753159078" sldId="267"/>
        </pc:sldMkLst>
        <pc:spChg chg="mod">
          <ac:chgData name="vallamalla rajasrinivas" userId="d03f291980153eb1" providerId="LiveId" clId="{34D734B2-930F-4589-A254-2F5B45EC0050}" dt="2026-08-07T23:25:35.531" v="2511" actId="207"/>
          <ac:spMkLst>
            <pc:docMk/>
            <pc:sldMk cId="3753159078" sldId="267"/>
            <ac:spMk id="2" creationId="{C18B0EF3-1509-3001-FBAA-3E933C5F88F3}"/>
          </ac:spMkLst>
        </pc:spChg>
        <pc:spChg chg="mod">
          <ac:chgData name="vallamalla rajasrinivas" userId="d03f291980153eb1" providerId="LiveId" clId="{34D734B2-930F-4589-A254-2F5B45EC0050}" dt="2026-08-05T11:54:35.124" v="1141" actId="255"/>
          <ac:spMkLst>
            <pc:docMk/>
            <pc:sldMk cId="3753159078" sldId="267"/>
            <ac:spMk id="3" creationId="{F4869A1D-5B6C-F164-79E5-561278708233}"/>
          </ac:spMkLst>
        </pc:spChg>
        <pc:spChg chg="add mod">
          <ac:chgData name="vallamalla rajasrinivas" userId="d03f291980153eb1" providerId="LiveId" clId="{34D734B2-930F-4589-A254-2F5B45EC0050}" dt="2026-08-07T11:15:08.684" v="1360" actId="20577"/>
          <ac:spMkLst>
            <pc:docMk/>
            <pc:sldMk cId="3753159078" sldId="267"/>
            <ac:spMk id="7" creationId="{14D78647-11BB-E99C-883F-62C4441CA785}"/>
          </ac:spMkLst>
        </pc:spChg>
        <pc:spChg chg="add mod">
          <ac:chgData name="vallamalla rajasrinivas" userId="d03f291980153eb1" providerId="LiveId" clId="{34D734B2-930F-4589-A254-2F5B45EC0050}" dt="2026-08-05T12:00:11.702" v="1267" actId="20577"/>
          <ac:spMkLst>
            <pc:docMk/>
            <pc:sldMk cId="3753159078" sldId="267"/>
            <ac:spMk id="11" creationId="{1F059BA1-6F46-C5FA-A5EF-0DA686D53A06}"/>
          </ac:spMkLst>
        </pc:spChg>
        <pc:picChg chg="add mod">
          <ac:chgData name="vallamalla rajasrinivas" userId="d03f291980153eb1" providerId="LiveId" clId="{34D734B2-930F-4589-A254-2F5B45EC0050}" dt="2026-08-07T23:41:07.001" v="2570" actId="1076"/>
          <ac:picMkLst>
            <pc:docMk/>
            <pc:sldMk cId="3753159078" sldId="267"/>
            <ac:picMk id="5" creationId="{79271FD5-B675-841C-8B58-1234091F3CF6}"/>
          </ac:picMkLst>
        </pc:picChg>
      </pc:sldChg>
      <pc:sldChg chg="addSp modSp new mod">
        <pc:chgData name="vallamalla rajasrinivas" userId="d03f291980153eb1" providerId="LiveId" clId="{34D734B2-930F-4589-A254-2F5B45EC0050}" dt="2026-08-07T23:40:54.171" v="2567" actId="1076"/>
        <pc:sldMkLst>
          <pc:docMk/>
          <pc:sldMk cId="2115376045" sldId="268"/>
        </pc:sldMkLst>
        <pc:spChg chg="mod">
          <ac:chgData name="vallamalla rajasrinivas" userId="d03f291980153eb1" providerId="LiveId" clId="{34D734B2-930F-4589-A254-2F5B45EC0050}" dt="2026-08-07T23:25:42.379" v="2512" actId="207"/>
          <ac:spMkLst>
            <pc:docMk/>
            <pc:sldMk cId="2115376045" sldId="268"/>
            <ac:spMk id="2" creationId="{3CC3A796-5488-2FC8-D0F1-132D599F35F7}"/>
          </ac:spMkLst>
        </pc:spChg>
        <pc:spChg chg="mod">
          <ac:chgData name="vallamalla rajasrinivas" userId="d03f291980153eb1" providerId="LiveId" clId="{34D734B2-930F-4589-A254-2F5B45EC0050}" dt="2026-08-07T23:27:27.156" v="2526" actId="255"/>
          <ac:spMkLst>
            <pc:docMk/>
            <pc:sldMk cId="2115376045" sldId="268"/>
            <ac:spMk id="3" creationId="{0251A8F8-97F6-FC9B-6E66-22F467E7EB78}"/>
          </ac:spMkLst>
        </pc:spChg>
        <pc:picChg chg="add mod">
          <ac:chgData name="vallamalla rajasrinivas" userId="d03f291980153eb1" providerId="LiveId" clId="{34D734B2-930F-4589-A254-2F5B45EC0050}" dt="2026-08-07T23:40:54.171" v="2567" actId="1076"/>
          <ac:picMkLst>
            <pc:docMk/>
            <pc:sldMk cId="2115376045" sldId="268"/>
            <ac:picMk id="5" creationId="{C7ABB2D7-3C82-FD35-A339-D48AED0683D0}"/>
          </ac:picMkLst>
        </pc:picChg>
      </pc:sldChg>
      <pc:sldChg chg="addSp delSp modSp new mod modClrScheme chgLayout">
        <pc:chgData name="vallamalla rajasrinivas" userId="d03f291980153eb1" providerId="LiveId" clId="{34D734B2-930F-4589-A254-2F5B45EC0050}" dt="2026-08-07T23:40:35.897" v="2564" actId="1076"/>
        <pc:sldMkLst>
          <pc:docMk/>
          <pc:sldMk cId="2759785436" sldId="270"/>
        </pc:sldMkLst>
        <pc:spChg chg="mod ord">
          <ac:chgData name="vallamalla rajasrinivas" userId="d03f291980153eb1" providerId="LiveId" clId="{34D734B2-930F-4589-A254-2F5B45EC0050}" dt="2026-08-07T15:10:37.191" v="2305" actId="700"/>
          <ac:spMkLst>
            <pc:docMk/>
            <pc:sldMk cId="2759785436" sldId="270"/>
            <ac:spMk id="2" creationId="{5F146E02-8473-A8B0-65CA-8D4DF21428A0}"/>
          </ac:spMkLst>
        </pc:spChg>
        <pc:spChg chg="mod ord">
          <ac:chgData name="vallamalla rajasrinivas" userId="d03f291980153eb1" providerId="LiveId" clId="{34D734B2-930F-4589-A254-2F5B45EC0050}" dt="2026-08-07T15:16:32.697" v="2374" actId="20577"/>
          <ac:spMkLst>
            <pc:docMk/>
            <pc:sldMk cId="2759785436" sldId="270"/>
            <ac:spMk id="3" creationId="{EBE0D160-586C-B453-D119-E973397AFA1B}"/>
          </ac:spMkLst>
        </pc:spChg>
        <pc:spChg chg="add del mod ord">
          <ac:chgData name="vallamalla rajasrinivas" userId="d03f291980153eb1" providerId="LiveId" clId="{34D734B2-930F-4589-A254-2F5B45EC0050}" dt="2026-08-07T15:10:37.191" v="2305" actId="700"/>
          <ac:spMkLst>
            <pc:docMk/>
            <pc:sldMk cId="2759785436" sldId="270"/>
            <ac:spMk id="4" creationId="{C83D1AE8-0655-DBB0-0C97-A93DB016F635}"/>
          </ac:spMkLst>
        </pc:spChg>
        <pc:spChg chg="add del mod">
          <ac:chgData name="vallamalla rajasrinivas" userId="d03f291980153eb1" providerId="LiveId" clId="{34D734B2-930F-4589-A254-2F5B45EC0050}" dt="2026-08-07T15:15:24.444" v="2365"/>
          <ac:spMkLst>
            <pc:docMk/>
            <pc:sldMk cId="2759785436" sldId="270"/>
            <ac:spMk id="5" creationId="{BB7CD6B7-4574-52A3-8536-187C29F770F8}"/>
          </ac:spMkLst>
        </pc:spChg>
        <pc:spChg chg="add mod">
          <ac:chgData name="vallamalla rajasrinivas" userId="d03f291980153eb1" providerId="LiveId" clId="{34D734B2-930F-4589-A254-2F5B45EC0050}" dt="2026-08-07T15:15:31.147" v="2367" actId="5793"/>
          <ac:spMkLst>
            <pc:docMk/>
            <pc:sldMk cId="2759785436" sldId="270"/>
            <ac:spMk id="6" creationId="{59E3825C-42C5-B88F-0B64-627D5BE04B7E}"/>
          </ac:spMkLst>
        </pc:spChg>
        <pc:picChg chg="add mod">
          <ac:chgData name="vallamalla rajasrinivas" userId="d03f291980153eb1" providerId="LiveId" clId="{34D734B2-930F-4589-A254-2F5B45EC0050}" dt="2026-08-07T23:40:35.897" v="2564" actId="1076"/>
          <ac:picMkLst>
            <pc:docMk/>
            <pc:sldMk cId="2759785436" sldId="270"/>
            <ac:picMk id="8" creationId="{3C183980-BD7D-E1DB-E09A-51BE802BEB80}"/>
          </ac:picMkLst>
        </pc:picChg>
      </pc:sldChg>
      <pc:sldChg chg="addSp modSp new mod">
        <pc:chgData name="vallamalla rajasrinivas" userId="d03f291980153eb1" providerId="LiveId" clId="{34D734B2-930F-4589-A254-2F5B45EC0050}" dt="2026-08-07T23:39:32.037" v="2551" actId="1076"/>
        <pc:sldMkLst>
          <pc:docMk/>
          <pc:sldMk cId="203259312" sldId="271"/>
        </pc:sldMkLst>
        <pc:spChg chg="mod">
          <ac:chgData name="vallamalla rajasrinivas" userId="d03f291980153eb1" providerId="LiveId" clId="{34D734B2-930F-4589-A254-2F5B45EC0050}" dt="2026-08-05T11:01:45.721" v="576" actId="27636"/>
          <ac:spMkLst>
            <pc:docMk/>
            <pc:sldMk cId="203259312" sldId="271"/>
            <ac:spMk id="2" creationId="{6069BAFD-3105-46CC-71A4-8EC2D972ADAB}"/>
          </ac:spMkLst>
        </pc:spChg>
        <pc:spChg chg="mod">
          <ac:chgData name="vallamalla rajasrinivas" userId="d03f291980153eb1" providerId="LiveId" clId="{34D734B2-930F-4589-A254-2F5B45EC0050}" dt="2026-08-07T14:46:16.657" v="2106" actId="14100"/>
          <ac:spMkLst>
            <pc:docMk/>
            <pc:sldMk cId="203259312" sldId="271"/>
            <ac:spMk id="3" creationId="{81FD8803-AA1D-5157-FB1B-788B14ED4FB2}"/>
          </ac:spMkLst>
        </pc:spChg>
        <pc:picChg chg="add mod">
          <ac:chgData name="vallamalla rajasrinivas" userId="d03f291980153eb1" providerId="LiveId" clId="{34D734B2-930F-4589-A254-2F5B45EC0050}" dt="2026-08-07T14:47:09.689" v="2113" actId="14100"/>
          <ac:picMkLst>
            <pc:docMk/>
            <pc:sldMk cId="203259312" sldId="271"/>
            <ac:picMk id="5" creationId="{EB185034-C9E6-1D9A-5087-CE0136995B96}"/>
          </ac:picMkLst>
        </pc:picChg>
        <pc:picChg chg="add mod">
          <ac:chgData name="vallamalla rajasrinivas" userId="d03f291980153eb1" providerId="LiveId" clId="{34D734B2-930F-4589-A254-2F5B45EC0050}" dt="2026-08-07T23:39:32.037" v="2551" actId="1076"/>
          <ac:picMkLst>
            <pc:docMk/>
            <pc:sldMk cId="203259312" sldId="271"/>
            <ac:picMk id="7" creationId="{B5FC5BB4-005F-1175-943C-CD538CC45D67}"/>
          </ac:picMkLst>
        </pc:picChg>
      </pc:sldChg>
      <pc:sldChg chg="addSp modSp new mod">
        <pc:chgData name="vallamalla rajasrinivas" userId="d03f291980153eb1" providerId="LiveId" clId="{34D734B2-930F-4589-A254-2F5B45EC0050}" dt="2026-08-07T23:40:01.385" v="2557" actId="1076"/>
        <pc:sldMkLst>
          <pc:docMk/>
          <pc:sldMk cId="1291087634" sldId="272"/>
        </pc:sldMkLst>
        <pc:spChg chg="mod">
          <ac:chgData name="vallamalla rajasrinivas" userId="d03f291980153eb1" providerId="LiveId" clId="{34D734B2-930F-4589-A254-2F5B45EC0050}" dt="2026-08-07T14:19:25.924" v="1950" actId="20577"/>
          <ac:spMkLst>
            <pc:docMk/>
            <pc:sldMk cId="1291087634" sldId="272"/>
            <ac:spMk id="2" creationId="{9C0D4F10-0D5B-E984-3EE1-B94892EAC1A0}"/>
          </ac:spMkLst>
        </pc:spChg>
        <pc:spChg chg="mod">
          <ac:chgData name="vallamalla rajasrinivas" userId="d03f291980153eb1" providerId="LiveId" clId="{34D734B2-930F-4589-A254-2F5B45EC0050}" dt="2026-08-05T12:02:26.910" v="1297" actId="113"/>
          <ac:spMkLst>
            <pc:docMk/>
            <pc:sldMk cId="1291087634" sldId="272"/>
            <ac:spMk id="3" creationId="{2C654DFB-62EC-8D34-7F79-461AD213CA4F}"/>
          </ac:spMkLst>
        </pc:spChg>
        <pc:picChg chg="add mod">
          <ac:chgData name="vallamalla rajasrinivas" userId="d03f291980153eb1" providerId="LiveId" clId="{34D734B2-930F-4589-A254-2F5B45EC0050}" dt="2026-08-07T23:40:01.385" v="2557" actId="1076"/>
          <ac:picMkLst>
            <pc:docMk/>
            <pc:sldMk cId="1291087634" sldId="272"/>
            <ac:picMk id="5" creationId="{8A838B1F-5ADA-1777-DEE3-A64DEAF29633}"/>
          </ac:picMkLst>
        </pc:picChg>
      </pc:sldChg>
      <pc:sldChg chg="addSp delSp modSp new mod ord">
        <pc:chgData name="vallamalla rajasrinivas" userId="d03f291980153eb1" providerId="LiveId" clId="{34D734B2-930F-4589-A254-2F5B45EC0050}" dt="2026-08-05T11:34:08.434" v="947" actId="1076"/>
        <pc:sldMkLst>
          <pc:docMk/>
          <pc:sldMk cId="531964063" sldId="274"/>
        </pc:sldMkLst>
        <pc:picChg chg="add mod">
          <ac:chgData name="vallamalla rajasrinivas" userId="d03f291980153eb1" providerId="LiveId" clId="{34D734B2-930F-4589-A254-2F5B45EC0050}" dt="2026-08-05T11:34:08.434" v="947" actId="1076"/>
          <ac:picMkLst>
            <pc:docMk/>
            <pc:sldMk cId="531964063" sldId="274"/>
            <ac:picMk id="5" creationId="{49C8D149-1B43-D73B-9907-68C901E89EE1}"/>
          </ac:picMkLst>
        </pc:picChg>
      </pc:sldChg>
      <pc:sldChg chg="addSp modSp new mod">
        <pc:chgData name="vallamalla rajasrinivas" userId="d03f291980153eb1" providerId="LiveId" clId="{34D734B2-930F-4589-A254-2F5B45EC0050}" dt="2026-08-07T23:39:18.504" v="2548" actId="1076"/>
        <pc:sldMkLst>
          <pc:docMk/>
          <pc:sldMk cId="2187173025" sldId="275"/>
        </pc:sldMkLst>
        <pc:spChg chg="mod">
          <ac:chgData name="vallamalla rajasrinivas" userId="d03f291980153eb1" providerId="LiveId" clId="{34D734B2-930F-4589-A254-2F5B45EC0050}" dt="2026-08-05T11:07:41.126" v="601" actId="14100"/>
          <ac:spMkLst>
            <pc:docMk/>
            <pc:sldMk cId="2187173025" sldId="275"/>
            <ac:spMk id="2" creationId="{B5D7AAB4-F7DC-EEFA-A285-AE2FA8509A12}"/>
          </ac:spMkLst>
        </pc:spChg>
        <pc:spChg chg="mod">
          <ac:chgData name="vallamalla rajasrinivas" userId="d03f291980153eb1" providerId="LiveId" clId="{34D734B2-930F-4589-A254-2F5B45EC0050}" dt="2026-08-07T16:24:32.053" v="2427" actId="20577"/>
          <ac:spMkLst>
            <pc:docMk/>
            <pc:sldMk cId="2187173025" sldId="275"/>
            <ac:spMk id="3" creationId="{F037C6D0-0BA7-38B6-4D09-F5C52DAAA6D1}"/>
          </ac:spMkLst>
        </pc:spChg>
        <pc:graphicFrameChg chg="add mod">
          <ac:chgData name="vallamalla rajasrinivas" userId="d03f291980153eb1" providerId="LiveId" clId="{34D734B2-930F-4589-A254-2F5B45EC0050}" dt="2026-08-07T14:51:18.012" v="2114"/>
          <ac:graphicFrameMkLst>
            <pc:docMk/>
            <pc:sldMk cId="2187173025" sldId="275"/>
            <ac:graphicFrameMk id="4" creationId="{A24709A1-F20A-6F5F-CDDE-89EBF5CCBC34}"/>
          </ac:graphicFrameMkLst>
        </pc:graphicFrameChg>
        <pc:picChg chg="add mod">
          <ac:chgData name="vallamalla rajasrinivas" userId="d03f291980153eb1" providerId="LiveId" clId="{34D734B2-930F-4589-A254-2F5B45EC0050}" dt="2026-08-07T23:39:18.504" v="2548" actId="1076"/>
          <ac:picMkLst>
            <pc:docMk/>
            <pc:sldMk cId="2187173025" sldId="275"/>
            <ac:picMk id="6" creationId="{6E389EDB-7C5D-F0C2-7498-99A6EB7AAF73}"/>
          </ac:picMkLst>
        </pc:picChg>
      </pc:sldChg>
      <pc:sldChg chg="addSp modSp new mod">
        <pc:chgData name="vallamalla rajasrinivas" userId="d03f291980153eb1" providerId="LiveId" clId="{34D734B2-930F-4589-A254-2F5B45EC0050}" dt="2026-08-07T23:39:07.927" v="2545" actId="1076"/>
        <pc:sldMkLst>
          <pc:docMk/>
          <pc:sldMk cId="2213192825" sldId="276"/>
        </pc:sldMkLst>
        <pc:spChg chg="mod">
          <ac:chgData name="vallamalla rajasrinivas" userId="d03f291980153eb1" providerId="LiveId" clId="{34D734B2-930F-4589-A254-2F5B45EC0050}" dt="2026-08-07T23:10:56.791" v="2441" actId="27636"/>
          <ac:spMkLst>
            <pc:docMk/>
            <pc:sldMk cId="2213192825" sldId="276"/>
            <ac:spMk id="2" creationId="{91EDE8E5-A912-BB3D-1CF8-EEA425D461F0}"/>
          </ac:spMkLst>
        </pc:spChg>
        <pc:spChg chg="mod">
          <ac:chgData name="vallamalla rajasrinivas" userId="d03f291980153eb1" providerId="LiveId" clId="{34D734B2-930F-4589-A254-2F5B45EC0050}" dt="2026-08-07T23:12:47.492" v="2461" actId="113"/>
          <ac:spMkLst>
            <pc:docMk/>
            <pc:sldMk cId="2213192825" sldId="276"/>
            <ac:spMk id="3" creationId="{FC3079B9-B624-1BB7-7A7E-2FFCF918F5D2}"/>
          </ac:spMkLst>
        </pc:spChg>
        <pc:picChg chg="add mod">
          <ac:chgData name="vallamalla rajasrinivas" userId="d03f291980153eb1" providerId="LiveId" clId="{34D734B2-930F-4589-A254-2F5B45EC0050}" dt="2026-08-07T23:39:07.927" v="2545" actId="1076"/>
          <ac:picMkLst>
            <pc:docMk/>
            <pc:sldMk cId="2213192825" sldId="276"/>
            <ac:picMk id="5" creationId="{DA7BCBED-72B3-18EC-8345-255448A175BF}"/>
          </ac:picMkLst>
        </pc:picChg>
      </pc:sldChg>
      <pc:sldChg chg="addSp modSp new mod">
        <pc:chgData name="vallamalla rajasrinivas" userId="d03f291980153eb1" providerId="LiveId" clId="{34D734B2-930F-4589-A254-2F5B45EC0050}" dt="2026-08-07T23:38:41.713" v="2539" actId="1076"/>
        <pc:sldMkLst>
          <pc:docMk/>
          <pc:sldMk cId="2807712052" sldId="277"/>
        </pc:sldMkLst>
        <pc:spChg chg="mod">
          <ac:chgData name="vallamalla rajasrinivas" userId="d03f291980153eb1" providerId="LiveId" clId="{34D734B2-930F-4589-A254-2F5B45EC0050}" dt="2026-08-05T11:22:53.777" v="724" actId="14100"/>
          <ac:spMkLst>
            <pc:docMk/>
            <pc:sldMk cId="2807712052" sldId="277"/>
            <ac:spMk id="2" creationId="{F1874F39-DEB1-8489-B167-8EDCE728CDD4}"/>
          </ac:spMkLst>
        </pc:spChg>
        <pc:spChg chg="mod">
          <ac:chgData name="vallamalla rajasrinivas" userId="d03f291980153eb1" providerId="LiveId" clId="{34D734B2-930F-4589-A254-2F5B45EC0050}" dt="2026-08-07T23:07:49.928" v="2435" actId="20577"/>
          <ac:spMkLst>
            <pc:docMk/>
            <pc:sldMk cId="2807712052" sldId="277"/>
            <ac:spMk id="3" creationId="{546913C8-0652-5C05-A890-B4C96A91C256}"/>
          </ac:spMkLst>
        </pc:spChg>
        <pc:picChg chg="add mod">
          <ac:chgData name="vallamalla rajasrinivas" userId="d03f291980153eb1" providerId="LiveId" clId="{34D734B2-930F-4589-A254-2F5B45EC0050}" dt="2026-08-07T23:38:41.713" v="2539" actId="1076"/>
          <ac:picMkLst>
            <pc:docMk/>
            <pc:sldMk cId="2807712052" sldId="277"/>
            <ac:picMk id="5" creationId="{1B7C134B-DDF5-D977-2730-FBB03BA186E9}"/>
          </ac:picMkLst>
        </pc:picChg>
      </pc:sldChg>
      <pc:sldChg chg="addSp modSp new mod ord">
        <pc:chgData name="vallamalla rajasrinivas" userId="d03f291980153eb1" providerId="LiveId" clId="{34D734B2-930F-4589-A254-2F5B45EC0050}" dt="2026-08-07T23:38:52.773" v="2542" actId="1076"/>
        <pc:sldMkLst>
          <pc:docMk/>
          <pc:sldMk cId="2935407677" sldId="278"/>
        </pc:sldMkLst>
        <pc:spChg chg="mod">
          <ac:chgData name="vallamalla rajasrinivas" userId="d03f291980153eb1" providerId="LiveId" clId="{34D734B2-930F-4589-A254-2F5B45EC0050}" dt="2026-08-05T11:20:46.650" v="699" actId="14100"/>
          <ac:spMkLst>
            <pc:docMk/>
            <pc:sldMk cId="2935407677" sldId="278"/>
            <ac:spMk id="2" creationId="{9D5AAFA6-A945-7481-312D-1FC2797968C3}"/>
          </ac:spMkLst>
        </pc:spChg>
        <pc:spChg chg="mod">
          <ac:chgData name="vallamalla rajasrinivas" userId="d03f291980153eb1" providerId="LiveId" clId="{34D734B2-930F-4589-A254-2F5B45EC0050}" dt="2026-08-05T11:22:13.513" v="706" actId="14100"/>
          <ac:spMkLst>
            <pc:docMk/>
            <pc:sldMk cId="2935407677" sldId="278"/>
            <ac:spMk id="3" creationId="{2FFD77F7-EAB7-CF2B-5B96-E084CFEF03C6}"/>
          </ac:spMkLst>
        </pc:spChg>
        <pc:picChg chg="add mod">
          <ac:chgData name="vallamalla rajasrinivas" userId="d03f291980153eb1" providerId="LiveId" clId="{34D734B2-930F-4589-A254-2F5B45EC0050}" dt="2026-08-07T23:38:52.773" v="2542" actId="1076"/>
          <ac:picMkLst>
            <pc:docMk/>
            <pc:sldMk cId="2935407677" sldId="278"/>
            <ac:picMk id="5" creationId="{36B2D090-2710-2B8A-885F-F18532DE6B36}"/>
          </ac:picMkLst>
        </pc:picChg>
      </pc:sldChg>
      <pc:sldChg chg="addSp modSp new mod">
        <pc:chgData name="vallamalla rajasrinivas" userId="d03f291980153eb1" providerId="LiveId" clId="{34D734B2-930F-4589-A254-2F5B45EC0050}" dt="2026-08-07T23:38:21.398" v="2536" actId="14100"/>
        <pc:sldMkLst>
          <pc:docMk/>
          <pc:sldMk cId="1932814867" sldId="280"/>
        </pc:sldMkLst>
        <pc:picChg chg="add mod">
          <ac:chgData name="vallamalla rajasrinivas" userId="d03f291980153eb1" providerId="LiveId" clId="{34D734B2-930F-4589-A254-2F5B45EC0050}" dt="2026-08-07T23:37:54.295" v="2533" actId="14100"/>
          <ac:picMkLst>
            <pc:docMk/>
            <pc:sldMk cId="1932814867" sldId="280"/>
            <ac:picMk id="3" creationId="{8AEE3CB1-5483-1BEB-20FB-9FD6F30434CD}"/>
          </ac:picMkLst>
        </pc:picChg>
        <pc:picChg chg="add mod">
          <ac:chgData name="vallamalla rajasrinivas" userId="d03f291980153eb1" providerId="LiveId" clId="{34D734B2-930F-4589-A254-2F5B45EC0050}" dt="2026-08-07T23:38:21.398" v="2536" actId="14100"/>
          <ac:picMkLst>
            <pc:docMk/>
            <pc:sldMk cId="1932814867" sldId="280"/>
            <ac:picMk id="4" creationId="{A0966B32-5936-74A9-FA34-64F3C6153664}"/>
          </ac:picMkLst>
        </pc:picChg>
      </pc:sldChg>
      <pc:sldChg chg="add">
        <pc:chgData name="vallamalla rajasrinivas" userId="d03f291980153eb1" providerId="LiveId" clId="{34D734B2-930F-4589-A254-2F5B45EC0050}" dt="2026-08-05T11:23:59.062" v="731"/>
        <pc:sldMkLst>
          <pc:docMk/>
          <pc:sldMk cId="1247316579" sldId="281"/>
        </pc:sldMkLst>
      </pc:sldChg>
      <pc:sldChg chg="addSp delSp modSp new mod">
        <pc:chgData name="vallamalla rajasrinivas" userId="d03f291980153eb1" providerId="LiveId" clId="{34D734B2-930F-4589-A254-2F5B45EC0050}" dt="2026-08-07T23:40:22.368" v="2561" actId="1076"/>
        <pc:sldMkLst>
          <pc:docMk/>
          <pc:sldMk cId="1631971031" sldId="282"/>
        </pc:sldMkLst>
        <pc:spChg chg="mod">
          <ac:chgData name="vallamalla rajasrinivas" userId="d03f291980153eb1" providerId="LiveId" clId="{34D734B2-930F-4589-A254-2F5B45EC0050}" dt="2026-08-07T11:28:07.268" v="1651" actId="14100"/>
          <ac:spMkLst>
            <pc:docMk/>
            <pc:sldMk cId="1631971031" sldId="282"/>
            <ac:spMk id="2" creationId="{43E17B63-1061-8136-2338-D076A18674A9}"/>
          </ac:spMkLst>
        </pc:spChg>
        <pc:spChg chg="mod">
          <ac:chgData name="vallamalla rajasrinivas" userId="d03f291980153eb1" providerId="LiveId" clId="{34D734B2-930F-4589-A254-2F5B45EC0050}" dt="2026-08-07T23:40:11.025" v="2560" actId="1076"/>
          <ac:spMkLst>
            <pc:docMk/>
            <pc:sldMk cId="1631971031" sldId="282"/>
            <ac:spMk id="3" creationId="{A32640AC-528E-88BD-6575-F6876ABD91C8}"/>
          </ac:spMkLst>
        </pc:spChg>
        <pc:picChg chg="add del mod">
          <ac:chgData name="vallamalla rajasrinivas" userId="d03f291980153eb1" providerId="LiveId" clId="{34D734B2-930F-4589-A254-2F5B45EC0050}" dt="2026-08-07T23:27:41.601" v="2527" actId="478"/>
          <ac:picMkLst>
            <pc:docMk/>
            <pc:sldMk cId="1631971031" sldId="282"/>
            <ac:picMk id="5" creationId="{E0C5E9CE-986E-D79D-E94D-4CF38C525185}"/>
          </ac:picMkLst>
        </pc:picChg>
        <pc:picChg chg="add mod">
          <ac:chgData name="vallamalla rajasrinivas" userId="d03f291980153eb1" providerId="LiveId" clId="{34D734B2-930F-4589-A254-2F5B45EC0050}" dt="2026-08-07T23:40:22.368" v="2561" actId="1076"/>
          <ac:picMkLst>
            <pc:docMk/>
            <pc:sldMk cId="1631971031" sldId="282"/>
            <ac:picMk id="6" creationId="{4D971C50-766B-B42C-E781-4D83BA6D517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8EFB9-CD51-643D-1E8D-BC493BC15E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C013783-2E91-C912-810B-88F869FEA4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9DD5F35-3832-1607-C5A9-E3CAF1EB3600}"/>
              </a:ext>
            </a:extLst>
          </p:cNvPr>
          <p:cNvSpPr>
            <a:spLocks noGrp="1"/>
          </p:cNvSpPr>
          <p:nvPr>
            <p:ph type="dt" sz="half" idx="10"/>
          </p:nvPr>
        </p:nvSpPr>
        <p:spPr/>
        <p:txBody>
          <a:bodyPr/>
          <a:lstStyle/>
          <a:p>
            <a:fld id="{EF24B322-463C-4DD6-BD6B-2EF44C6F18CF}" type="datetimeFigureOut">
              <a:rPr lang="en-IN" smtClean="0"/>
              <a:t>07-08-2026</a:t>
            </a:fld>
            <a:endParaRPr lang="en-IN"/>
          </a:p>
        </p:txBody>
      </p:sp>
      <p:sp>
        <p:nvSpPr>
          <p:cNvPr id="5" name="Footer Placeholder 4">
            <a:extLst>
              <a:ext uri="{FF2B5EF4-FFF2-40B4-BE49-F238E27FC236}">
                <a16:creationId xmlns:a16="http://schemas.microsoft.com/office/drawing/2014/main" id="{52A31407-E5B9-2E11-4C20-45197F49B0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626DD0-5933-78E6-00F4-F737B98DD046}"/>
              </a:ext>
            </a:extLst>
          </p:cNvPr>
          <p:cNvSpPr>
            <a:spLocks noGrp="1"/>
          </p:cNvSpPr>
          <p:nvPr>
            <p:ph type="sldNum" sz="quarter" idx="12"/>
          </p:nvPr>
        </p:nvSpPr>
        <p:spPr/>
        <p:txBody>
          <a:bodyPr/>
          <a:lstStyle/>
          <a:p>
            <a:fld id="{52807E81-76F1-4A66-8A93-3E6E67F4F708}" type="slidenum">
              <a:rPr lang="en-IN" smtClean="0"/>
              <a:t>‹#›</a:t>
            </a:fld>
            <a:endParaRPr lang="en-IN"/>
          </a:p>
        </p:txBody>
      </p:sp>
    </p:spTree>
    <p:extLst>
      <p:ext uri="{BB962C8B-B14F-4D97-AF65-F5344CB8AC3E}">
        <p14:creationId xmlns:p14="http://schemas.microsoft.com/office/powerpoint/2010/main" val="749569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1944A-976E-3A9C-31E3-5D95410FDE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E1D0A6-C627-DF15-4271-93FCAD1E18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D4B92A-1849-2900-37AC-304C39708965}"/>
              </a:ext>
            </a:extLst>
          </p:cNvPr>
          <p:cNvSpPr>
            <a:spLocks noGrp="1"/>
          </p:cNvSpPr>
          <p:nvPr>
            <p:ph type="dt" sz="half" idx="10"/>
          </p:nvPr>
        </p:nvSpPr>
        <p:spPr/>
        <p:txBody>
          <a:bodyPr/>
          <a:lstStyle/>
          <a:p>
            <a:fld id="{EF24B322-463C-4DD6-BD6B-2EF44C6F18CF}" type="datetimeFigureOut">
              <a:rPr lang="en-IN" smtClean="0"/>
              <a:t>07-08-2026</a:t>
            </a:fld>
            <a:endParaRPr lang="en-IN"/>
          </a:p>
        </p:txBody>
      </p:sp>
      <p:sp>
        <p:nvSpPr>
          <p:cNvPr id="5" name="Footer Placeholder 4">
            <a:extLst>
              <a:ext uri="{FF2B5EF4-FFF2-40B4-BE49-F238E27FC236}">
                <a16:creationId xmlns:a16="http://schemas.microsoft.com/office/drawing/2014/main" id="{597FF94A-8DA9-1039-CAA4-5338D9D014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253DE2-E77F-32AC-A283-8EEEADED0A65}"/>
              </a:ext>
            </a:extLst>
          </p:cNvPr>
          <p:cNvSpPr>
            <a:spLocks noGrp="1"/>
          </p:cNvSpPr>
          <p:nvPr>
            <p:ph type="sldNum" sz="quarter" idx="12"/>
          </p:nvPr>
        </p:nvSpPr>
        <p:spPr/>
        <p:txBody>
          <a:bodyPr/>
          <a:lstStyle/>
          <a:p>
            <a:fld id="{52807E81-76F1-4A66-8A93-3E6E67F4F708}" type="slidenum">
              <a:rPr lang="en-IN" smtClean="0"/>
              <a:t>‹#›</a:t>
            </a:fld>
            <a:endParaRPr lang="en-IN"/>
          </a:p>
        </p:txBody>
      </p:sp>
    </p:spTree>
    <p:extLst>
      <p:ext uri="{BB962C8B-B14F-4D97-AF65-F5344CB8AC3E}">
        <p14:creationId xmlns:p14="http://schemas.microsoft.com/office/powerpoint/2010/main" val="725566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DC7E2-D456-FF18-03A6-F291F9A0A9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D0880B8-C81C-3ADC-1970-497ED3339E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540420-67F3-8F74-0A8E-7FB9B6D8420F}"/>
              </a:ext>
            </a:extLst>
          </p:cNvPr>
          <p:cNvSpPr>
            <a:spLocks noGrp="1"/>
          </p:cNvSpPr>
          <p:nvPr>
            <p:ph type="dt" sz="half" idx="10"/>
          </p:nvPr>
        </p:nvSpPr>
        <p:spPr/>
        <p:txBody>
          <a:bodyPr/>
          <a:lstStyle/>
          <a:p>
            <a:fld id="{EF24B322-463C-4DD6-BD6B-2EF44C6F18CF}" type="datetimeFigureOut">
              <a:rPr lang="en-IN" smtClean="0"/>
              <a:t>07-08-2026</a:t>
            </a:fld>
            <a:endParaRPr lang="en-IN"/>
          </a:p>
        </p:txBody>
      </p:sp>
      <p:sp>
        <p:nvSpPr>
          <p:cNvPr id="5" name="Footer Placeholder 4">
            <a:extLst>
              <a:ext uri="{FF2B5EF4-FFF2-40B4-BE49-F238E27FC236}">
                <a16:creationId xmlns:a16="http://schemas.microsoft.com/office/drawing/2014/main" id="{508BA0E8-8864-145E-1F9F-AF6005EA10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C6837C-0509-A69D-7BBF-6C711404C3FB}"/>
              </a:ext>
            </a:extLst>
          </p:cNvPr>
          <p:cNvSpPr>
            <a:spLocks noGrp="1"/>
          </p:cNvSpPr>
          <p:nvPr>
            <p:ph type="sldNum" sz="quarter" idx="12"/>
          </p:nvPr>
        </p:nvSpPr>
        <p:spPr/>
        <p:txBody>
          <a:bodyPr/>
          <a:lstStyle/>
          <a:p>
            <a:fld id="{52807E81-76F1-4A66-8A93-3E6E67F4F708}" type="slidenum">
              <a:rPr lang="en-IN" smtClean="0"/>
              <a:t>‹#›</a:t>
            </a:fld>
            <a:endParaRPr lang="en-IN"/>
          </a:p>
        </p:txBody>
      </p:sp>
    </p:spTree>
    <p:extLst>
      <p:ext uri="{BB962C8B-B14F-4D97-AF65-F5344CB8AC3E}">
        <p14:creationId xmlns:p14="http://schemas.microsoft.com/office/powerpoint/2010/main" val="2406158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625D7-7369-2B12-B725-AFC250EAE5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FD11AE-62BA-03C1-6A36-E8BB810593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98829F-E6B1-9102-DF45-7EF7C7D6F1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44F59C-6024-BAF9-847B-3DA915D9FB61}"/>
              </a:ext>
            </a:extLst>
          </p:cNvPr>
          <p:cNvSpPr>
            <a:spLocks noGrp="1"/>
          </p:cNvSpPr>
          <p:nvPr>
            <p:ph type="dt" sz="half" idx="10"/>
          </p:nvPr>
        </p:nvSpPr>
        <p:spPr/>
        <p:txBody>
          <a:bodyPr/>
          <a:lstStyle/>
          <a:p>
            <a:fld id="{EF24B322-463C-4DD6-BD6B-2EF44C6F18CF}" type="datetimeFigureOut">
              <a:rPr lang="en-IN" smtClean="0"/>
              <a:t>07-08-2026</a:t>
            </a:fld>
            <a:endParaRPr lang="en-IN"/>
          </a:p>
        </p:txBody>
      </p:sp>
      <p:sp>
        <p:nvSpPr>
          <p:cNvPr id="6" name="Footer Placeholder 5">
            <a:extLst>
              <a:ext uri="{FF2B5EF4-FFF2-40B4-BE49-F238E27FC236}">
                <a16:creationId xmlns:a16="http://schemas.microsoft.com/office/drawing/2014/main" id="{789AAE51-6224-DD65-3C9A-FDB7B3A737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632B3F-E5D7-9DEC-FC0C-E0BE36691F55}"/>
              </a:ext>
            </a:extLst>
          </p:cNvPr>
          <p:cNvSpPr>
            <a:spLocks noGrp="1"/>
          </p:cNvSpPr>
          <p:nvPr>
            <p:ph type="sldNum" sz="quarter" idx="12"/>
          </p:nvPr>
        </p:nvSpPr>
        <p:spPr/>
        <p:txBody>
          <a:bodyPr/>
          <a:lstStyle/>
          <a:p>
            <a:fld id="{52807E81-76F1-4A66-8A93-3E6E67F4F708}" type="slidenum">
              <a:rPr lang="en-IN" smtClean="0"/>
              <a:t>‹#›</a:t>
            </a:fld>
            <a:endParaRPr lang="en-IN"/>
          </a:p>
        </p:txBody>
      </p:sp>
    </p:spTree>
    <p:extLst>
      <p:ext uri="{BB962C8B-B14F-4D97-AF65-F5344CB8AC3E}">
        <p14:creationId xmlns:p14="http://schemas.microsoft.com/office/powerpoint/2010/main" val="2156461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91694-79F8-ABF8-583A-235346F1B7D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D26033-803D-ED97-9260-B84F0DBA32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979194-32FF-F778-2A79-A1A1627C03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44C3E50-643A-194D-CBB2-496810FEB8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741286-D07C-4603-8D5C-DFDDA49E43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AC7903F-CD89-D52F-0436-4FE4EFAB7E50}"/>
              </a:ext>
            </a:extLst>
          </p:cNvPr>
          <p:cNvSpPr>
            <a:spLocks noGrp="1"/>
          </p:cNvSpPr>
          <p:nvPr>
            <p:ph type="dt" sz="half" idx="10"/>
          </p:nvPr>
        </p:nvSpPr>
        <p:spPr/>
        <p:txBody>
          <a:bodyPr/>
          <a:lstStyle/>
          <a:p>
            <a:fld id="{EF24B322-463C-4DD6-BD6B-2EF44C6F18CF}" type="datetimeFigureOut">
              <a:rPr lang="en-IN" smtClean="0"/>
              <a:t>07-08-2026</a:t>
            </a:fld>
            <a:endParaRPr lang="en-IN"/>
          </a:p>
        </p:txBody>
      </p:sp>
      <p:sp>
        <p:nvSpPr>
          <p:cNvPr id="8" name="Footer Placeholder 7">
            <a:extLst>
              <a:ext uri="{FF2B5EF4-FFF2-40B4-BE49-F238E27FC236}">
                <a16:creationId xmlns:a16="http://schemas.microsoft.com/office/drawing/2014/main" id="{9F639AF5-B90B-EFAB-B51F-E2BB5D0C7E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1C0861-C94D-7777-2EAC-466443088B7B}"/>
              </a:ext>
            </a:extLst>
          </p:cNvPr>
          <p:cNvSpPr>
            <a:spLocks noGrp="1"/>
          </p:cNvSpPr>
          <p:nvPr>
            <p:ph type="sldNum" sz="quarter" idx="12"/>
          </p:nvPr>
        </p:nvSpPr>
        <p:spPr/>
        <p:txBody>
          <a:bodyPr/>
          <a:lstStyle/>
          <a:p>
            <a:fld id="{52807E81-76F1-4A66-8A93-3E6E67F4F708}" type="slidenum">
              <a:rPr lang="en-IN" smtClean="0"/>
              <a:t>‹#›</a:t>
            </a:fld>
            <a:endParaRPr lang="en-IN"/>
          </a:p>
        </p:txBody>
      </p:sp>
    </p:spTree>
    <p:extLst>
      <p:ext uri="{BB962C8B-B14F-4D97-AF65-F5344CB8AC3E}">
        <p14:creationId xmlns:p14="http://schemas.microsoft.com/office/powerpoint/2010/main" val="3771028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BF17A-191E-A48B-672B-05474A6BAB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214F7E-6824-9C97-6AA5-A226E95E3597}"/>
              </a:ext>
            </a:extLst>
          </p:cNvPr>
          <p:cNvSpPr>
            <a:spLocks noGrp="1"/>
          </p:cNvSpPr>
          <p:nvPr>
            <p:ph type="dt" sz="half" idx="10"/>
          </p:nvPr>
        </p:nvSpPr>
        <p:spPr/>
        <p:txBody>
          <a:bodyPr/>
          <a:lstStyle/>
          <a:p>
            <a:fld id="{EF24B322-463C-4DD6-BD6B-2EF44C6F18CF}" type="datetimeFigureOut">
              <a:rPr lang="en-IN" smtClean="0"/>
              <a:t>07-08-2026</a:t>
            </a:fld>
            <a:endParaRPr lang="en-IN"/>
          </a:p>
        </p:txBody>
      </p:sp>
      <p:sp>
        <p:nvSpPr>
          <p:cNvPr id="4" name="Footer Placeholder 3">
            <a:extLst>
              <a:ext uri="{FF2B5EF4-FFF2-40B4-BE49-F238E27FC236}">
                <a16:creationId xmlns:a16="http://schemas.microsoft.com/office/drawing/2014/main" id="{15884368-8F4E-0A1F-FE4B-63B891A8214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9FA60DF-221E-E63D-96EF-2A1F46230E06}"/>
              </a:ext>
            </a:extLst>
          </p:cNvPr>
          <p:cNvSpPr>
            <a:spLocks noGrp="1"/>
          </p:cNvSpPr>
          <p:nvPr>
            <p:ph type="sldNum" sz="quarter" idx="12"/>
          </p:nvPr>
        </p:nvSpPr>
        <p:spPr/>
        <p:txBody>
          <a:bodyPr/>
          <a:lstStyle/>
          <a:p>
            <a:fld id="{52807E81-76F1-4A66-8A93-3E6E67F4F708}" type="slidenum">
              <a:rPr lang="en-IN" smtClean="0"/>
              <a:t>‹#›</a:t>
            </a:fld>
            <a:endParaRPr lang="en-IN"/>
          </a:p>
        </p:txBody>
      </p:sp>
    </p:spTree>
    <p:extLst>
      <p:ext uri="{BB962C8B-B14F-4D97-AF65-F5344CB8AC3E}">
        <p14:creationId xmlns:p14="http://schemas.microsoft.com/office/powerpoint/2010/main" val="1412896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70B2CA-12A1-232E-5943-9BAA79E7676B}"/>
              </a:ext>
            </a:extLst>
          </p:cNvPr>
          <p:cNvSpPr>
            <a:spLocks noGrp="1"/>
          </p:cNvSpPr>
          <p:nvPr>
            <p:ph type="dt" sz="half" idx="10"/>
          </p:nvPr>
        </p:nvSpPr>
        <p:spPr/>
        <p:txBody>
          <a:bodyPr/>
          <a:lstStyle/>
          <a:p>
            <a:fld id="{EF24B322-463C-4DD6-BD6B-2EF44C6F18CF}" type="datetimeFigureOut">
              <a:rPr lang="en-IN" smtClean="0"/>
              <a:t>07-08-2026</a:t>
            </a:fld>
            <a:endParaRPr lang="en-IN"/>
          </a:p>
        </p:txBody>
      </p:sp>
      <p:sp>
        <p:nvSpPr>
          <p:cNvPr id="3" name="Footer Placeholder 2">
            <a:extLst>
              <a:ext uri="{FF2B5EF4-FFF2-40B4-BE49-F238E27FC236}">
                <a16:creationId xmlns:a16="http://schemas.microsoft.com/office/drawing/2014/main" id="{4C5BDB74-3914-528E-5B77-9859F937230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52C567-81D5-2995-7BC0-61661093C73D}"/>
              </a:ext>
            </a:extLst>
          </p:cNvPr>
          <p:cNvSpPr>
            <a:spLocks noGrp="1"/>
          </p:cNvSpPr>
          <p:nvPr>
            <p:ph type="sldNum" sz="quarter" idx="12"/>
          </p:nvPr>
        </p:nvSpPr>
        <p:spPr/>
        <p:txBody>
          <a:bodyPr/>
          <a:lstStyle/>
          <a:p>
            <a:fld id="{52807E81-76F1-4A66-8A93-3E6E67F4F708}" type="slidenum">
              <a:rPr lang="en-IN" smtClean="0"/>
              <a:t>‹#›</a:t>
            </a:fld>
            <a:endParaRPr lang="en-IN"/>
          </a:p>
        </p:txBody>
      </p:sp>
    </p:spTree>
    <p:extLst>
      <p:ext uri="{BB962C8B-B14F-4D97-AF65-F5344CB8AC3E}">
        <p14:creationId xmlns:p14="http://schemas.microsoft.com/office/powerpoint/2010/main" val="68278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0A6B8-3169-C73B-D8B7-084C6F4233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205191-4913-B29D-F590-0584DC8731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7811C14-9B25-86C3-CD24-FD377B528A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87004C-F3D5-29C3-BD02-F62E07EE8CA3}"/>
              </a:ext>
            </a:extLst>
          </p:cNvPr>
          <p:cNvSpPr>
            <a:spLocks noGrp="1"/>
          </p:cNvSpPr>
          <p:nvPr>
            <p:ph type="dt" sz="half" idx="10"/>
          </p:nvPr>
        </p:nvSpPr>
        <p:spPr/>
        <p:txBody>
          <a:bodyPr/>
          <a:lstStyle/>
          <a:p>
            <a:fld id="{EF24B322-463C-4DD6-BD6B-2EF44C6F18CF}" type="datetimeFigureOut">
              <a:rPr lang="en-IN" smtClean="0"/>
              <a:t>07-08-2026</a:t>
            </a:fld>
            <a:endParaRPr lang="en-IN"/>
          </a:p>
        </p:txBody>
      </p:sp>
      <p:sp>
        <p:nvSpPr>
          <p:cNvPr id="6" name="Footer Placeholder 5">
            <a:extLst>
              <a:ext uri="{FF2B5EF4-FFF2-40B4-BE49-F238E27FC236}">
                <a16:creationId xmlns:a16="http://schemas.microsoft.com/office/drawing/2014/main" id="{95D324E0-736C-6BE7-5B18-0510B552CC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5A8926-CA77-C05E-E44F-AEC0F761CDA8}"/>
              </a:ext>
            </a:extLst>
          </p:cNvPr>
          <p:cNvSpPr>
            <a:spLocks noGrp="1"/>
          </p:cNvSpPr>
          <p:nvPr>
            <p:ph type="sldNum" sz="quarter" idx="12"/>
          </p:nvPr>
        </p:nvSpPr>
        <p:spPr/>
        <p:txBody>
          <a:bodyPr/>
          <a:lstStyle/>
          <a:p>
            <a:fld id="{52807E81-76F1-4A66-8A93-3E6E67F4F708}" type="slidenum">
              <a:rPr lang="en-IN" smtClean="0"/>
              <a:t>‹#›</a:t>
            </a:fld>
            <a:endParaRPr lang="en-IN"/>
          </a:p>
        </p:txBody>
      </p:sp>
    </p:spTree>
    <p:extLst>
      <p:ext uri="{BB962C8B-B14F-4D97-AF65-F5344CB8AC3E}">
        <p14:creationId xmlns:p14="http://schemas.microsoft.com/office/powerpoint/2010/main" val="3630169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9AE7-9D28-9CAB-5073-8D379B1DF1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3E1365-A0B0-1AFB-52CC-F8D6C41D17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9F0A91-4106-0A50-3B26-D44A926971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44322A-6B3F-41D2-EE73-BEE45B320F17}"/>
              </a:ext>
            </a:extLst>
          </p:cNvPr>
          <p:cNvSpPr>
            <a:spLocks noGrp="1"/>
          </p:cNvSpPr>
          <p:nvPr>
            <p:ph type="dt" sz="half" idx="10"/>
          </p:nvPr>
        </p:nvSpPr>
        <p:spPr/>
        <p:txBody>
          <a:bodyPr/>
          <a:lstStyle/>
          <a:p>
            <a:fld id="{EF24B322-463C-4DD6-BD6B-2EF44C6F18CF}" type="datetimeFigureOut">
              <a:rPr lang="en-IN" smtClean="0"/>
              <a:t>07-08-2026</a:t>
            </a:fld>
            <a:endParaRPr lang="en-IN"/>
          </a:p>
        </p:txBody>
      </p:sp>
      <p:sp>
        <p:nvSpPr>
          <p:cNvPr id="6" name="Footer Placeholder 5">
            <a:extLst>
              <a:ext uri="{FF2B5EF4-FFF2-40B4-BE49-F238E27FC236}">
                <a16:creationId xmlns:a16="http://schemas.microsoft.com/office/drawing/2014/main" id="{18EE6E58-9E81-A5F0-6676-70E6464AA3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FEEEEE-D1C0-0AC2-A723-EAA98E00EF4C}"/>
              </a:ext>
            </a:extLst>
          </p:cNvPr>
          <p:cNvSpPr>
            <a:spLocks noGrp="1"/>
          </p:cNvSpPr>
          <p:nvPr>
            <p:ph type="sldNum" sz="quarter" idx="12"/>
          </p:nvPr>
        </p:nvSpPr>
        <p:spPr/>
        <p:txBody>
          <a:bodyPr/>
          <a:lstStyle/>
          <a:p>
            <a:fld id="{52807E81-76F1-4A66-8A93-3E6E67F4F708}" type="slidenum">
              <a:rPr lang="en-IN" smtClean="0"/>
              <a:t>‹#›</a:t>
            </a:fld>
            <a:endParaRPr lang="en-IN"/>
          </a:p>
        </p:txBody>
      </p:sp>
    </p:spTree>
    <p:extLst>
      <p:ext uri="{BB962C8B-B14F-4D97-AF65-F5344CB8AC3E}">
        <p14:creationId xmlns:p14="http://schemas.microsoft.com/office/powerpoint/2010/main" val="759658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AFF20-3137-1C48-8059-72BB6110C1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6DBFD1-35D4-115D-D75A-708FECCED7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BA7405-7C29-47B6-676E-220C0BDB64D0}"/>
              </a:ext>
            </a:extLst>
          </p:cNvPr>
          <p:cNvSpPr>
            <a:spLocks noGrp="1"/>
          </p:cNvSpPr>
          <p:nvPr>
            <p:ph type="dt" sz="half" idx="10"/>
          </p:nvPr>
        </p:nvSpPr>
        <p:spPr/>
        <p:txBody>
          <a:bodyPr/>
          <a:lstStyle/>
          <a:p>
            <a:fld id="{EF24B322-463C-4DD6-BD6B-2EF44C6F18CF}" type="datetimeFigureOut">
              <a:rPr lang="en-IN" smtClean="0"/>
              <a:t>07-08-2026</a:t>
            </a:fld>
            <a:endParaRPr lang="en-IN"/>
          </a:p>
        </p:txBody>
      </p:sp>
      <p:sp>
        <p:nvSpPr>
          <p:cNvPr id="5" name="Footer Placeholder 4">
            <a:extLst>
              <a:ext uri="{FF2B5EF4-FFF2-40B4-BE49-F238E27FC236}">
                <a16:creationId xmlns:a16="http://schemas.microsoft.com/office/drawing/2014/main" id="{31CCBC44-AF7E-6CB4-2883-8053E768C9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5B110E-D41C-882F-B2D9-977E63B2BABC}"/>
              </a:ext>
            </a:extLst>
          </p:cNvPr>
          <p:cNvSpPr>
            <a:spLocks noGrp="1"/>
          </p:cNvSpPr>
          <p:nvPr>
            <p:ph type="sldNum" sz="quarter" idx="12"/>
          </p:nvPr>
        </p:nvSpPr>
        <p:spPr/>
        <p:txBody>
          <a:bodyPr/>
          <a:lstStyle/>
          <a:p>
            <a:fld id="{52807E81-76F1-4A66-8A93-3E6E67F4F708}" type="slidenum">
              <a:rPr lang="en-IN" smtClean="0"/>
              <a:t>‹#›</a:t>
            </a:fld>
            <a:endParaRPr lang="en-IN"/>
          </a:p>
        </p:txBody>
      </p:sp>
    </p:spTree>
    <p:extLst>
      <p:ext uri="{BB962C8B-B14F-4D97-AF65-F5344CB8AC3E}">
        <p14:creationId xmlns:p14="http://schemas.microsoft.com/office/powerpoint/2010/main" val="3682646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14A63A-4844-C048-50E6-A54A089A20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30F192-D077-A748-C7BD-0FF5EDF026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36A749-4EE0-D46B-1CDC-CE97A58DA1D8}"/>
              </a:ext>
            </a:extLst>
          </p:cNvPr>
          <p:cNvSpPr>
            <a:spLocks noGrp="1"/>
          </p:cNvSpPr>
          <p:nvPr>
            <p:ph type="dt" sz="half" idx="10"/>
          </p:nvPr>
        </p:nvSpPr>
        <p:spPr/>
        <p:txBody>
          <a:bodyPr/>
          <a:lstStyle/>
          <a:p>
            <a:fld id="{EF24B322-463C-4DD6-BD6B-2EF44C6F18CF}" type="datetimeFigureOut">
              <a:rPr lang="en-IN" smtClean="0"/>
              <a:t>07-08-2026</a:t>
            </a:fld>
            <a:endParaRPr lang="en-IN"/>
          </a:p>
        </p:txBody>
      </p:sp>
      <p:sp>
        <p:nvSpPr>
          <p:cNvPr id="5" name="Footer Placeholder 4">
            <a:extLst>
              <a:ext uri="{FF2B5EF4-FFF2-40B4-BE49-F238E27FC236}">
                <a16:creationId xmlns:a16="http://schemas.microsoft.com/office/drawing/2014/main" id="{3A77B46B-6E3C-C052-95A6-DEADA72133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C390DB-9300-02CC-0112-05B05F0A49E4}"/>
              </a:ext>
            </a:extLst>
          </p:cNvPr>
          <p:cNvSpPr>
            <a:spLocks noGrp="1"/>
          </p:cNvSpPr>
          <p:nvPr>
            <p:ph type="sldNum" sz="quarter" idx="12"/>
          </p:nvPr>
        </p:nvSpPr>
        <p:spPr/>
        <p:txBody>
          <a:bodyPr/>
          <a:lstStyle/>
          <a:p>
            <a:fld id="{52807E81-76F1-4A66-8A93-3E6E67F4F708}" type="slidenum">
              <a:rPr lang="en-IN" smtClean="0"/>
              <a:t>‹#›</a:t>
            </a:fld>
            <a:endParaRPr lang="en-IN"/>
          </a:p>
        </p:txBody>
      </p:sp>
    </p:spTree>
    <p:extLst>
      <p:ext uri="{BB962C8B-B14F-4D97-AF65-F5344CB8AC3E}">
        <p14:creationId xmlns:p14="http://schemas.microsoft.com/office/powerpoint/2010/main" val="4242687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A08685-BF74-5360-78AD-496A5E81B0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C23A94-61CC-7384-4DCA-582C9F8931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C5BA09-6A44-541C-F0B2-B8F28AD428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24B322-463C-4DD6-BD6B-2EF44C6F18CF}" type="datetimeFigureOut">
              <a:rPr lang="en-IN" smtClean="0"/>
              <a:t>07-08-2026</a:t>
            </a:fld>
            <a:endParaRPr lang="en-IN"/>
          </a:p>
        </p:txBody>
      </p:sp>
      <p:sp>
        <p:nvSpPr>
          <p:cNvPr id="5" name="Footer Placeholder 4">
            <a:extLst>
              <a:ext uri="{FF2B5EF4-FFF2-40B4-BE49-F238E27FC236}">
                <a16:creationId xmlns:a16="http://schemas.microsoft.com/office/drawing/2014/main" id="{68A8DE37-B2BB-DD72-74C8-400B67FFD3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3ABC912-340E-4897-5422-11BDD91D7D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807E81-76F1-4A66-8A93-3E6E67F4F708}" type="slidenum">
              <a:rPr lang="en-IN" smtClean="0"/>
              <a:t>‹#›</a:t>
            </a:fld>
            <a:endParaRPr lang="en-IN"/>
          </a:p>
        </p:txBody>
      </p:sp>
    </p:spTree>
    <p:extLst>
      <p:ext uri="{BB962C8B-B14F-4D97-AF65-F5344CB8AC3E}">
        <p14:creationId xmlns:p14="http://schemas.microsoft.com/office/powerpoint/2010/main" val="17781696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vravalika53" TargetMode="External"/><Relationship Id="rId2" Type="http://schemas.openxmlformats.org/officeDocument/2006/relationships/hyperlink" Target="https://www.linkedin.com/in/v-ravalika"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98;p1">
            <a:extLst>
              <a:ext uri="{FF2B5EF4-FFF2-40B4-BE49-F238E27FC236}">
                <a16:creationId xmlns:a16="http://schemas.microsoft.com/office/drawing/2014/main" id="{9D20BBFF-E194-E58E-EAFF-7664EB02193F}"/>
              </a:ext>
            </a:extLst>
          </p:cNvPr>
          <p:cNvPicPr preferRelativeResize="0"/>
          <p:nvPr/>
        </p:nvPicPr>
        <p:blipFill rotWithShape="1">
          <a:blip r:embed="rId2">
            <a:alphaModFix/>
          </a:blip>
          <a:srcRect/>
          <a:stretch/>
        </p:blipFill>
        <p:spPr>
          <a:xfrm>
            <a:off x="1" y="0"/>
            <a:ext cx="12191999" cy="6858000"/>
          </a:xfrm>
          <a:prstGeom prst="rect">
            <a:avLst/>
          </a:prstGeom>
          <a:noFill/>
          <a:ln>
            <a:noFill/>
          </a:ln>
        </p:spPr>
      </p:pic>
      <p:sp>
        <p:nvSpPr>
          <p:cNvPr id="7" name="TextBox 6">
            <a:extLst>
              <a:ext uri="{FF2B5EF4-FFF2-40B4-BE49-F238E27FC236}">
                <a16:creationId xmlns:a16="http://schemas.microsoft.com/office/drawing/2014/main" id="{AF64FC6E-8D3B-DA7F-314D-4598AD046C3C}"/>
              </a:ext>
            </a:extLst>
          </p:cNvPr>
          <p:cNvSpPr txBox="1"/>
          <p:nvPr/>
        </p:nvSpPr>
        <p:spPr>
          <a:xfrm>
            <a:off x="2762865" y="3805084"/>
            <a:ext cx="7256206" cy="646331"/>
          </a:xfrm>
          <a:prstGeom prst="rect">
            <a:avLst/>
          </a:prstGeom>
          <a:noFill/>
        </p:spPr>
        <p:txBody>
          <a:bodyPr wrap="square" rtlCol="0">
            <a:spAutoFit/>
          </a:bodyPr>
          <a:lstStyle/>
          <a:p>
            <a:r>
              <a:rPr lang="en-IN" sz="3600" b="1" dirty="0"/>
              <a:t>  Genz College Admission Prediction</a:t>
            </a:r>
          </a:p>
        </p:txBody>
      </p:sp>
      <p:sp>
        <p:nvSpPr>
          <p:cNvPr id="9" name="TextBox 8">
            <a:extLst>
              <a:ext uri="{FF2B5EF4-FFF2-40B4-BE49-F238E27FC236}">
                <a16:creationId xmlns:a16="http://schemas.microsoft.com/office/drawing/2014/main" id="{D843FEF0-F49C-4B79-2306-C2A719260A77}"/>
              </a:ext>
            </a:extLst>
          </p:cNvPr>
          <p:cNvSpPr txBox="1"/>
          <p:nvPr/>
        </p:nvSpPr>
        <p:spPr>
          <a:xfrm>
            <a:off x="9173498" y="4975122"/>
            <a:ext cx="2202426" cy="923330"/>
          </a:xfrm>
          <a:prstGeom prst="rect">
            <a:avLst/>
          </a:prstGeom>
          <a:noFill/>
        </p:spPr>
        <p:txBody>
          <a:bodyPr wrap="square" rtlCol="0">
            <a:spAutoFit/>
          </a:bodyPr>
          <a:lstStyle/>
          <a:p>
            <a:r>
              <a:rPr lang="en-IN" b="1" dirty="0"/>
              <a:t>Presented By:</a:t>
            </a:r>
          </a:p>
          <a:p>
            <a:r>
              <a:rPr lang="en-IN" dirty="0"/>
              <a:t>V. </a:t>
            </a:r>
            <a:r>
              <a:rPr lang="en-IN" dirty="0" err="1"/>
              <a:t>Ravalika</a:t>
            </a:r>
            <a:endParaRPr lang="en-IN" dirty="0"/>
          </a:p>
          <a:p>
            <a:r>
              <a:rPr lang="en-IN" dirty="0"/>
              <a:t>Batch N0:480</a:t>
            </a:r>
          </a:p>
        </p:txBody>
      </p:sp>
    </p:spTree>
    <p:extLst>
      <p:ext uri="{BB962C8B-B14F-4D97-AF65-F5344CB8AC3E}">
        <p14:creationId xmlns:p14="http://schemas.microsoft.com/office/powerpoint/2010/main" val="82859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C1835-9BA4-C29F-DDB4-8D6EAAC0C399}"/>
              </a:ext>
            </a:extLst>
          </p:cNvPr>
          <p:cNvSpPr>
            <a:spLocks noGrp="1"/>
          </p:cNvSpPr>
          <p:nvPr>
            <p:ph type="title"/>
          </p:nvPr>
        </p:nvSpPr>
        <p:spPr/>
        <p:txBody>
          <a:bodyPr/>
          <a:lstStyle/>
          <a:p>
            <a:r>
              <a:rPr lang="en-IN" b="1" dirty="0">
                <a:solidFill>
                  <a:srgbClr val="C00000"/>
                </a:solidFill>
              </a:rPr>
              <a:t>About Me:</a:t>
            </a:r>
          </a:p>
        </p:txBody>
      </p:sp>
      <p:sp>
        <p:nvSpPr>
          <p:cNvPr id="3" name="Content Placeholder 2">
            <a:extLst>
              <a:ext uri="{FF2B5EF4-FFF2-40B4-BE49-F238E27FC236}">
                <a16:creationId xmlns:a16="http://schemas.microsoft.com/office/drawing/2014/main" id="{D78AD4AE-0DEC-6F34-B48F-3477C2B1FDBF}"/>
              </a:ext>
            </a:extLst>
          </p:cNvPr>
          <p:cNvSpPr>
            <a:spLocks noGrp="1"/>
          </p:cNvSpPr>
          <p:nvPr>
            <p:ph idx="1"/>
          </p:nvPr>
        </p:nvSpPr>
        <p:spPr/>
        <p:txBody>
          <a:bodyPr/>
          <a:lstStyle/>
          <a:p>
            <a:pPr algn="just" fontAlgn="base">
              <a:lnSpc>
                <a:spcPct val="100000"/>
              </a:lnSpc>
            </a:pPr>
            <a:r>
              <a:rPr lang="en-US" sz="2400" dirty="0"/>
              <a:t>I have done my </a:t>
            </a:r>
            <a:r>
              <a:rPr lang="en-US" sz="2400" b="1" dirty="0" err="1"/>
              <a:t>B.Tech</a:t>
            </a:r>
            <a:r>
              <a:rPr lang="en-US" sz="2400" b="1" dirty="0"/>
              <a:t> in Electrical and Electronics Engineering.</a:t>
            </a:r>
          </a:p>
          <a:p>
            <a:pPr algn="just" fontAlgn="base">
              <a:lnSpc>
                <a:spcPct val="100000"/>
              </a:lnSpc>
            </a:pPr>
            <a:r>
              <a:rPr lang="en-US" sz="2400" dirty="0"/>
              <a:t>I have choose </a:t>
            </a:r>
            <a:r>
              <a:rPr lang="en-US" sz="2400" dirty="0" err="1"/>
              <a:t>Datascience</a:t>
            </a:r>
            <a:r>
              <a:rPr lang="en-US" sz="2400" dirty="0"/>
              <a:t> because it allows to combine Technical skills, Analytical thinking, and Real-world problem solving to create meaningful impact using data.</a:t>
            </a:r>
          </a:p>
          <a:p>
            <a:pPr algn="just" fontAlgn="base">
              <a:lnSpc>
                <a:spcPct val="100000"/>
              </a:lnSpc>
            </a:pPr>
            <a:r>
              <a:rPr lang="en-US" sz="2400" dirty="0"/>
              <a:t>Below are my LinkedIn and GitHub profile URLs</a:t>
            </a:r>
          </a:p>
          <a:p>
            <a:pPr marL="0" indent="0" algn="just" fontAlgn="base">
              <a:lnSpc>
                <a:spcPct val="100000"/>
              </a:lnSpc>
              <a:buNone/>
            </a:pPr>
            <a:r>
              <a:rPr lang="en-US" sz="2400" dirty="0"/>
              <a:t>    </a:t>
            </a:r>
            <a:r>
              <a:rPr lang="en-US" sz="2400" dirty="0">
                <a:hlinkClick r:id="rId2"/>
              </a:rPr>
              <a:t>https://www.linkedin.com/in/v-ravalika</a:t>
            </a:r>
            <a:endParaRPr lang="en-US" sz="2400" dirty="0"/>
          </a:p>
          <a:p>
            <a:pPr marL="0" indent="0" algn="just" fontAlgn="base">
              <a:lnSpc>
                <a:spcPct val="100000"/>
              </a:lnSpc>
              <a:buNone/>
            </a:pPr>
            <a:r>
              <a:rPr lang="en-US" sz="2400" dirty="0"/>
              <a:t>    </a:t>
            </a:r>
            <a:r>
              <a:rPr lang="en-US" sz="2400" dirty="0">
                <a:hlinkClick r:id="rId3"/>
              </a:rPr>
              <a:t>https://github.com/vravalika53</a:t>
            </a:r>
            <a:endParaRPr lang="en-IN" sz="2400" dirty="0"/>
          </a:p>
          <a:p>
            <a:pPr marL="0" indent="0">
              <a:buNone/>
            </a:pPr>
            <a:endParaRPr lang="en-IN" dirty="0"/>
          </a:p>
        </p:txBody>
      </p:sp>
      <p:pic>
        <p:nvPicPr>
          <p:cNvPr id="5" name="Picture 4">
            <a:extLst>
              <a:ext uri="{FF2B5EF4-FFF2-40B4-BE49-F238E27FC236}">
                <a16:creationId xmlns:a16="http://schemas.microsoft.com/office/drawing/2014/main" id="{C073ECD5-2FB9-BDF0-583C-1601BC931E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5371" y="6400800"/>
            <a:ext cx="2671607" cy="454742"/>
          </a:xfrm>
          <a:prstGeom prst="rect">
            <a:avLst/>
          </a:prstGeom>
        </p:spPr>
      </p:pic>
    </p:spTree>
    <p:extLst>
      <p:ext uri="{BB962C8B-B14F-4D97-AF65-F5344CB8AC3E}">
        <p14:creationId xmlns:p14="http://schemas.microsoft.com/office/powerpoint/2010/main" val="1824861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9F1AA-5CF1-8FBB-3152-3EE0363A14CC}"/>
              </a:ext>
            </a:extLst>
          </p:cNvPr>
          <p:cNvSpPr>
            <a:spLocks noGrp="1"/>
          </p:cNvSpPr>
          <p:nvPr>
            <p:ph type="title"/>
          </p:nvPr>
        </p:nvSpPr>
        <p:spPr>
          <a:xfrm>
            <a:off x="838200" y="365125"/>
            <a:ext cx="10515600" cy="844243"/>
          </a:xfrm>
        </p:spPr>
        <p:txBody>
          <a:bodyPr/>
          <a:lstStyle/>
          <a:p>
            <a:r>
              <a:rPr lang="en-IN" b="1" dirty="0">
                <a:solidFill>
                  <a:srgbClr val="C00000"/>
                </a:solidFill>
              </a:rPr>
              <a:t>Agenda</a:t>
            </a:r>
          </a:p>
        </p:txBody>
      </p:sp>
      <p:sp>
        <p:nvSpPr>
          <p:cNvPr id="3" name="Content Placeholder 2">
            <a:extLst>
              <a:ext uri="{FF2B5EF4-FFF2-40B4-BE49-F238E27FC236}">
                <a16:creationId xmlns:a16="http://schemas.microsoft.com/office/drawing/2014/main" id="{6ACF21E2-7B4B-6FFD-F28D-C2EB526EDD4C}"/>
              </a:ext>
            </a:extLst>
          </p:cNvPr>
          <p:cNvSpPr>
            <a:spLocks noGrp="1"/>
          </p:cNvSpPr>
          <p:nvPr>
            <p:ph idx="1"/>
          </p:nvPr>
        </p:nvSpPr>
        <p:spPr>
          <a:xfrm>
            <a:off x="838200" y="1209368"/>
            <a:ext cx="10515600" cy="4967595"/>
          </a:xfrm>
        </p:spPr>
        <p:txBody>
          <a:bodyPr>
            <a:normAutofit fontScale="85000" lnSpcReduction="20000"/>
          </a:bodyPr>
          <a:lstStyle/>
          <a:p>
            <a:r>
              <a:rPr lang="en-IN" b="1" dirty="0"/>
              <a:t> Introduction</a:t>
            </a:r>
          </a:p>
          <a:p>
            <a:r>
              <a:rPr lang="en-IN" b="1" dirty="0"/>
              <a:t> CRISP ML(Q)</a:t>
            </a:r>
          </a:p>
          <a:p>
            <a:r>
              <a:rPr lang="en-IN" b="1" dirty="0"/>
              <a:t> Business Problem</a:t>
            </a:r>
          </a:p>
          <a:p>
            <a:r>
              <a:rPr lang="en-IN" b="1" dirty="0"/>
              <a:t> Project Objective</a:t>
            </a:r>
          </a:p>
          <a:p>
            <a:r>
              <a:rPr lang="en-IN" b="1" dirty="0"/>
              <a:t> Dataset Overview</a:t>
            </a:r>
          </a:p>
          <a:p>
            <a:r>
              <a:rPr lang="en-IN" b="1" dirty="0">
                <a:latin typeface="Calibri" panose="020F0502020204030204" pitchFamily="34" charset="0"/>
                <a:ea typeface="Calibri" panose="020F0502020204030204" pitchFamily="34" charset="0"/>
                <a:cs typeface="Calibri" panose="020F0502020204030204" pitchFamily="34" charset="0"/>
              </a:rPr>
              <a:t> Data Preprocessing</a:t>
            </a:r>
          </a:p>
          <a:p>
            <a:r>
              <a:rPr lang="en-IN" b="1" dirty="0">
                <a:latin typeface="Calibri" panose="020F0502020204030204" pitchFamily="34" charset="0"/>
                <a:ea typeface="Calibri" panose="020F0502020204030204" pitchFamily="34" charset="0"/>
                <a:cs typeface="Calibri" panose="020F0502020204030204" pitchFamily="34" charset="0"/>
              </a:rPr>
              <a:t> Architecture Building</a:t>
            </a:r>
          </a:p>
          <a:p>
            <a:r>
              <a:rPr lang="en-IN" b="1" dirty="0">
                <a:latin typeface="Calibri" panose="020F0502020204030204" pitchFamily="34" charset="0"/>
                <a:ea typeface="Calibri" panose="020F0502020204030204" pitchFamily="34" charset="0"/>
                <a:cs typeface="Calibri" panose="020F0502020204030204" pitchFamily="34" charset="0"/>
              </a:rPr>
              <a:t> Model Evaluation</a:t>
            </a:r>
          </a:p>
          <a:p>
            <a:r>
              <a:rPr lang="en-IN" b="1" dirty="0">
                <a:latin typeface="Calibri" panose="020F0502020204030204" pitchFamily="34" charset="0"/>
                <a:ea typeface="Calibri" panose="020F0502020204030204" pitchFamily="34" charset="0"/>
                <a:cs typeface="Calibri" panose="020F0502020204030204" pitchFamily="34" charset="0"/>
              </a:rPr>
              <a:t> Model Deployment</a:t>
            </a:r>
          </a:p>
          <a:p>
            <a:r>
              <a:rPr lang="en-IN" b="1" dirty="0">
                <a:latin typeface="Calibri" panose="020F0502020204030204" pitchFamily="34" charset="0"/>
                <a:ea typeface="Calibri" panose="020F0502020204030204" pitchFamily="34" charset="0"/>
                <a:cs typeface="Calibri" panose="020F0502020204030204" pitchFamily="34" charset="0"/>
              </a:rPr>
              <a:t> Challenges</a:t>
            </a:r>
          </a:p>
          <a:p>
            <a:pPr lvl="0">
              <a:buSzPts val="2400"/>
            </a:pPr>
            <a:r>
              <a:rPr lang="en-US" b="1" dirty="0">
                <a:latin typeface="Calibri" panose="020F0502020204030204" pitchFamily="34" charset="0"/>
                <a:ea typeface="Calibri" panose="020F0502020204030204" pitchFamily="34" charset="0"/>
                <a:cs typeface="Calibri" panose="020F0502020204030204" pitchFamily="34" charset="0"/>
              </a:rPr>
              <a:t> Final Business Insights </a:t>
            </a:r>
          </a:p>
          <a:p>
            <a:pPr lvl="0">
              <a:buSzPts val="2400"/>
            </a:pPr>
            <a:r>
              <a:rPr lang="en-US" b="1" dirty="0">
                <a:latin typeface="Calibri" panose="020F0502020204030204" pitchFamily="34" charset="0"/>
                <a:ea typeface="Calibri" panose="020F0502020204030204" pitchFamily="34" charset="0"/>
                <a:cs typeface="Calibri" panose="020F0502020204030204" pitchFamily="34" charset="0"/>
              </a:rPr>
              <a:t> Recommendations</a:t>
            </a:r>
          </a:p>
          <a:p>
            <a:pPr lvl="0">
              <a:buSzPts val="2400"/>
            </a:pPr>
            <a:r>
              <a:rPr lang="en-US" b="1" dirty="0">
                <a:latin typeface="Calibri" panose="020F0502020204030204" pitchFamily="34" charset="0"/>
                <a:ea typeface="Calibri" panose="020F0502020204030204" pitchFamily="34" charset="0"/>
                <a:cs typeface="Calibri" panose="020F0502020204030204" pitchFamily="34" charset="0"/>
              </a:rPr>
              <a:t> Conclusion</a:t>
            </a:r>
          </a:p>
          <a:p>
            <a:endParaRPr lang="en-IN" dirty="0"/>
          </a:p>
          <a:p>
            <a:endParaRPr lang="en-IN" dirty="0"/>
          </a:p>
          <a:p>
            <a:endParaRPr lang="en-IN" dirty="0"/>
          </a:p>
          <a:p>
            <a:pPr marL="0" indent="0">
              <a:buNone/>
            </a:pPr>
            <a:endParaRPr lang="en-IN" dirty="0"/>
          </a:p>
        </p:txBody>
      </p:sp>
      <p:pic>
        <p:nvPicPr>
          <p:cNvPr id="4" name="Picture 3" descr="Admission Process | Holy Wood Intl School">
            <a:extLst>
              <a:ext uri="{FF2B5EF4-FFF2-40B4-BE49-F238E27FC236}">
                <a16:creationId xmlns:a16="http://schemas.microsoft.com/office/drawing/2014/main" id="{A6D9BFF8-7A71-4DEF-EE8A-A8F0307417E7}"/>
              </a:ext>
            </a:extLst>
          </p:cNvPr>
          <p:cNvPicPr>
            <a:picLocks noChangeAspect="1"/>
          </p:cNvPicPr>
          <p:nvPr/>
        </p:nvPicPr>
        <p:blipFill>
          <a:blip r:embed="rId2"/>
          <a:stretch>
            <a:fillRect/>
          </a:stretch>
        </p:blipFill>
        <p:spPr>
          <a:xfrm>
            <a:off x="4628535" y="1403631"/>
            <a:ext cx="6725265" cy="4050737"/>
          </a:xfrm>
          <a:prstGeom prst="rect">
            <a:avLst/>
          </a:prstGeom>
        </p:spPr>
      </p:pic>
      <p:pic>
        <p:nvPicPr>
          <p:cNvPr id="6" name="Picture 5">
            <a:extLst>
              <a:ext uri="{FF2B5EF4-FFF2-40B4-BE49-F238E27FC236}">
                <a16:creationId xmlns:a16="http://schemas.microsoft.com/office/drawing/2014/main" id="{5AD21A87-1C9A-96E2-D1CF-9066248889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42974" y="6492208"/>
            <a:ext cx="2149026" cy="365792"/>
          </a:xfrm>
          <a:prstGeom prst="rect">
            <a:avLst/>
          </a:prstGeom>
        </p:spPr>
      </p:pic>
    </p:spTree>
    <p:extLst>
      <p:ext uri="{BB962C8B-B14F-4D97-AF65-F5344CB8AC3E}">
        <p14:creationId xmlns:p14="http://schemas.microsoft.com/office/powerpoint/2010/main" val="3195503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B8193-56F3-428A-B2AB-7C7553526B80}"/>
              </a:ext>
            </a:extLst>
          </p:cNvPr>
          <p:cNvSpPr>
            <a:spLocks noGrp="1"/>
          </p:cNvSpPr>
          <p:nvPr>
            <p:ph type="title"/>
          </p:nvPr>
        </p:nvSpPr>
        <p:spPr>
          <a:xfrm>
            <a:off x="838200" y="365125"/>
            <a:ext cx="10515600" cy="844243"/>
          </a:xfrm>
        </p:spPr>
        <p:txBody>
          <a:bodyPr/>
          <a:lstStyle/>
          <a:p>
            <a:r>
              <a:rPr lang="en-IN" b="1" dirty="0">
                <a:solidFill>
                  <a:srgbClr val="C00000"/>
                </a:solidFill>
              </a:rPr>
              <a:t>Introduction</a:t>
            </a:r>
          </a:p>
        </p:txBody>
      </p:sp>
      <p:sp>
        <p:nvSpPr>
          <p:cNvPr id="3" name="Content Placeholder 2">
            <a:extLst>
              <a:ext uri="{FF2B5EF4-FFF2-40B4-BE49-F238E27FC236}">
                <a16:creationId xmlns:a16="http://schemas.microsoft.com/office/drawing/2014/main" id="{615AA7DB-B9A6-271A-0454-43CB378AAF22}"/>
              </a:ext>
            </a:extLst>
          </p:cNvPr>
          <p:cNvSpPr>
            <a:spLocks noGrp="1"/>
          </p:cNvSpPr>
          <p:nvPr>
            <p:ph idx="1"/>
          </p:nvPr>
        </p:nvSpPr>
        <p:spPr>
          <a:xfrm>
            <a:off x="838200" y="1209368"/>
            <a:ext cx="10515600" cy="4967595"/>
          </a:xfrm>
        </p:spPr>
        <p:txBody>
          <a:bodyPr/>
          <a:lstStyle/>
          <a:p>
            <a:pPr algn="just"/>
            <a:r>
              <a:rPr lang="en-IN" sz="2400" dirty="0"/>
              <a:t>College admission is one of the most important processes for educational institutions. Every year, colleges receive thousands of applications from students with different academic achievements, extracurricular activities, and personal backgrounds. Evaluating all these applications manually is time-consuming, resource-intensive, and may lead to inconsistent decisions.</a:t>
            </a:r>
          </a:p>
          <a:p>
            <a:pPr algn="just"/>
            <a:r>
              <a:rPr lang="en-IN" sz="2400" dirty="0"/>
              <a:t>With the advancement of Deep Learning, educational institutions can use predictive models to assist in the admission process. By </a:t>
            </a:r>
            <a:r>
              <a:rPr lang="en-IN" sz="2400" dirty="0" err="1"/>
              <a:t>analyzing</a:t>
            </a:r>
            <a:r>
              <a:rPr lang="en-IN" sz="2400" dirty="0"/>
              <a:t> historical student data, these models can identify patterns that influence admission decisions and predict whether a new applicant is likely to be admitted</a:t>
            </a:r>
            <a:r>
              <a:rPr lang="en-IN" dirty="0"/>
              <a:t>.</a:t>
            </a:r>
          </a:p>
          <a:p>
            <a:pPr marL="0" indent="0">
              <a:buNone/>
            </a:pPr>
            <a:endParaRPr lang="en-IN" dirty="0"/>
          </a:p>
        </p:txBody>
      </p:sp>
      <p:pic>
        <p:nvPicPr>
          <p:cNvPr id="5" name="Picture 4">
            <a:extLst>
              <a:ext uri="{FF2B5EF4-FFF2-40B4-BE49-F238E27FC236}">
                <a16:creationId xmlns:a16="http://schemas.microsoft.com/office/drawing/2014/main" id="{4FAAE2A2-2501-9E52-D150-C7E079D209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2974" y="6440589"/>
            <a:ext cx="2149026" cy="365792"/>
          </a:xfrm>
          <a:prstGeom prst="rect">
            <a:avLst/>
          </a:prstGeom>
        </p:spPr>
      </p:pic>
    </p:spTree>
    <p:extLst>
      <p:ext uri="{BB962C8B-B14F-4D97-AF65-F5344CB8AC3E}">
        <p14:creationId xmlns:p14="http://schemas.microsoft.com/office/powerpoint/2010/main" val="4036365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9EA6F-E8FD-1967-4BD0-C53C2442B31F}"/>
              </a:ext>
            </a:extLst>
          </p:cNvPr>
          <p:cNvSpPr>
            <a:spLocks noGrp="1"/>
          </p:cNvSpPr>
          <p:nvPr>
            <p:ph type="title"/>
          </p:nvPr>
        </p:nvSpPr>
        <p:spPr>
          <a:xfrm>
            <a:off x="838200" y="98324"/>
            <a:ext cx="10515600" cy="766916"/>
          </a:xfrm>
        </p:spPr>
        <p:txBody>
          <a:bodyPr>
            <a:normAutofit/>
          </a:bodyPr>
          <a:lstStyle/>
          <a:p>
            <a:r>
              <a:rPr lang="en-US" sz="3600" dirty="0">
                <a:solidFill>
                  <a:srgbClr val="C00000"/>
                </a:solidFill>
                <a:latin typeface="+mn-lt"/>
              </a:rPr>
              <a:t>CRISP(ML)-Q Methodology</a:t>
            </a:r>
            <a:endParaRPr lang="en-IN" sz="3600" dirty="0">
              <a:solidFill>
                <a:srgbClr val="C00000"/>
              </a:solidFill>
              <a:latin typeface="+mn-lt"/>
            </a:endParaRPr>
          </a:p>
        </p:txBody>
      </p:sp>
      <p:sp>
        <p:nvSpPr>
          <p:cNvPr id="3" name="Content Placeholder 2">
            <a:extLst>
              <a:ext uri="{FF2B5EF4-FFF2-40B4-BE49-F238E27FC236}">
                <a16:creationId xmlns:a16="http://schemas.microsoft.com/office/drawing/2014/main" id="{6D2654C1-FF41-CAC0-ECE9-B71C29ABFEA5}"/>
              </a:ext>
            </a:extLst>
          </p:cNvPr>
          <p:cNvSpPr>
            <a:spLocks noGrp="1"/>
          </p:cNvSpPr>
          <p:nvPr>
            <p:ph idx="1"/>
          </p:nvPr>
        </p:nvSpPr>
        <p:spPr>
          <a:xfrm>
            <a:off x="838200" y="865240"/>
            <a:ext cx="10515600" cy="5311723"/>
          </a:xfrm>
        </p:spPr>
        <p:txBody>
          <a:bodyPr>
            <a:normAutofit fontScale="85000" lnSpcReduction="20000"/>
          </a:bodyPr>
          <a:lstStyle/>
          <a:p>
            <a:pPr marL="25400" indent="0">
              <a:lnSpc>
                <a:spcPct val="100000"/>
              </a:lnSpc>
              <a:buClr>
                <a:srgbClr val="FF0000"/>
              </a:buClr>
              <a:buSzPts val="2400"/>
              <a:buNone/>
            </a:pPr>
            <a:r>
              <a:rPr lang="en-US" b="1" dirty="0"/>
              <a:t>CRISP-ML(Q)</a:t>
            </a:r>
            <a:r>
              <a:rPr lang="en-US" dirty="0"/>
              <a:t> is a framework used for machine learning project development.</a:t>
            </a:r>
          </a:p>
          <a:p>
            <a:pPr marL="368300" indent="-342900">
              <a:lnSpc>
                <a:spcPct val="100000"/>
              </a:lnSpc>
              <a:buClr>
                <a:schemeClr val="tx1"/>
              </a:buClr>
              <a:buSzPts val="2400"/>
            </a:pPr>
            <a:r>
              <a:rPr lang="en-US" b="1" dirty="0"/>
              <a:t>  Business and Data Understanding</a:t>
            </a:r>
            <a:br>
              <a:rPr lang="en-US" dirty="0"/>
            </a:br>
            <a:r>
              <a:rPr lang="en-US" dirty="0"/>
              <a:t>     Identify the problem and understand the dataset. </a:t>
            </a:r>
          </a:p>
          <a:p>
            <a:pPr marL="368300" indent="-342900">
              <a:lnSpc>
                <a:spcPct val="100000"/>
              </a:lnSpc>
              <a:buClr>
                <a:schemeClr val="tx1"/>
              </a:buClr>
              <a:buSzPts val="2400"/>
            </a:pPr>
            <a:r>
              <a:rPr lang="en-US" b="1" dirty="0"/>
              <a:t>  Data Preparation</a:t>
            </a:r>
          </a:p>
          <a:p>
            <a:pPr marL="114300" indent="0">
              <a:lnSpc>
                <a:spcPct val="100000"/>
              </a:lnSpc>
              <a:buNone/>
            </a:pPr>
            <a:r>
              <a:rPr lang="en-US" b="1" dirty="0"/>
              <a:t>        </a:t>
            </a:r>
            <a:r>
              <a:rPr lang="en-US" dirty="0"/>
              <a:t>Clean and transform the data. </a:t>
            </a:r>
          </a:p>
          <a:p>
            <a:pPr marL="457200" indent="-342900">
              <a:lnSpc>
                <a:spcPct val="100000"/>
              </a:lnSpc>
            </a:pPr>
            <a:r>
              <a:rPr lang="en-US" b="1" dirty="0"/>
              <a:t> Model Architecture</a:t>
            </a:r>
            <a:br>
              <a:rPr lang="en-US" dirty="0"/>
            </a:br>
            <a:r>
              <a:rPr lang="en-US" dirty="0"/>
              <a:t>    Train the machine learning model. </a:t>
            </a:r>
          </a:p>
          <a:p>
            <a:pPr marL="457200" indent="-342900">
              <a:lnSpc>
                <a:spcPct val="100000"/>
              </a:lnSpc>
            </a:pPr>
            <a:r>
              <a:rPr lang="en-US" b="1" dirty="0"/>
              <a:t>Model Evaluation</a:t>
            </a:r>
          </a:p>
          <a:p>
            <a:pPr marL="114300" indent="0">
              <a:lnSpc>
                <a:spcPct val="100000"/>
              </a:lnSpc>
              <a:buNone/>
            </a:pPr>
            <a:r>
              <a:rPr lang="en-US" dirty="0"/>
              <a:t>        </a:t>
            </a:r>
            <a:r>
              <a:rPr lang="en-IN" dirty="0"/>
              <a:t>Test the model performance. </a:t>
            </a:r>
            <a:endParaRPr lang="en-US" dirty="0"/>
          </a:p>
          <a:p>
            <a:pPr marL="457200" indent="-342900">
              <a:lnSpc>
                <a:spcPct val="100000"/>
              </a:lnSpc>
            </a:pPr>
            <a:r>
              <a:rPr lang="en-US" b="1" dirty="0"/>
              <a:t>Model Deployment</a:t>
            </a:r>
            <a:endParaRPr lang="en-US" dirty="0"/>
          </a:p>
          <a:p>
            <a:pPr marL="114300" indent="0">
              <a:lnSpc>
                <a:spcPct val="100000"/>
              </a:lnSpc>
              <a:buNone/>
            </a:pPr>
            <a:r>
              <a:rPr lang="en-US" dirty="0"/>
              <a:t>        Implement the model in a real system.</a:t>
            </a:r>
          </a:p>
          <a:p>
            <a:pPr marL="457200" indent="-342900">
              <a:lnSpc>
                <a:spcPct val="100000"/>
              </a:lnSpc>
            </a:pPr>
            <a:r>
              <a:rPr lang="en-US" b="1" dirty="0"/>
              <a:t>Monitoring &amp; Maintenance</a:t>
            </a:r>
            <a:endParaRPr lang="en-US" dirty="0"/>
          </a:p>
          <a:p>
            <a:pPr marL="114300" indent="0">
              <a:lnSpc>
                <a:spcPct val="100000"/>
              </a:lnSpc>
              <a:buNone/>
            </a:pPr>
            <a:r>
              <a:rPr lang="en-US" dirty="0"/>
              <a:t>       Continuously check and improve the model</a:t>
            </a:r>
            <a:endParaRPr lang="en-IN" dirty="0"/>
          </a:p>
          <a:p>
            <a:pPr marL="0" indent="0">
              <a:buNone/>
            </a:pPr>
            <a:endParaRPr lang="en-IN" dirty="0"/>
          </a:p>
        </p:txBody>
      </p:sp>
      <p:pic>
        <p:nvPicPr>
          <p:cNvPr id="5" name="Picture 4">
            <a:extLst>
              <a:ext uri="{FF2B5EF4-FFF2-40B4-BE49-F238E27FC236}">
                <a16:creationId xmlns:a16="http://schemas.microsoft.com/office/drawing/2014/main" id="{BBA2134D-C21B-F6F0-07E4-51D2A5C2C1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2974" y="6492208"/>
            <a:ext cx="2149026" cy="365792"/>
          </a:xfrm>
          <a:prstGeom prst="rect">
            <a:avLst/>
          </a:prstGeom>
        </p:spPr>
      </p:pic>
    </p:spTree>
    <p:extLst>
      <p:ext uri="{BB962C8B-B14F-4D97-AF65-F5344CB8AC3E}">
        <p14:creationId xmlns:p14="http://schemas.microsoft.com/office/powerpoint/2010/main" val="1293410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EBB46-7285-7EE9-EF33-EA379D1CF070}"/>
              </a:ext>
            </a:extLst>
          </p:cNvPr>
          <p:cNvSpPr>
            <a:spLocks noGrp="1"/>
          </p:cNvSpPr>
          <p:nvPr>
            <p:ph type="title"/>
          </p:nvPr>
        </p:nvSpPr>
        <p:spPr>
          <a:xfrm>
            <a:off x="838200" y="365125"/>
            <a:ext cx="10515600" cy="539443"/>
          </a:xfrm>
        </p:spPr>
        <p:txBody>
          <a:bodyPr>
            <a:normAutofit fontScale="90000"/>
          </a:bodyPr>
          <a:lstStyle/>
          <a:p>
            <a:r>
              <a:rPr lang="en-IN" b="1" dirty="0">
                <a:solidFill>
                  <a:srgbClr val="C00000"/>
                </a:solidFill>
              </a:rPr>
              <a:t>Business Problem</a:t>
            </a:r>
          </a:p>
        </p:txBody>
      </p:sp>
      <p:sp>
        <p:nvSpPr>
          <p:cNvPr id="3" name="Content Placeholder 2">
            <a:extLst>
              <a:ext uri="{FF2B5EF4-FFF2-40B4-BE49-F238E27FC236}">
                <a16:creationId xmlns:a16="http://schemas.microsoft.com/office/drawing/2014/main" id="{3BCA9BF5-D506-0859-936C-5F61CB7CA314}"/>
              </a:ext>
            </a:extLst>
          </p:cNvPr>
          <p:cNvSpPr>
            <a:spLocks noGrp="1"/>
          </p:cNvSpPr>
          <p:nvPr>
            <p:ph idx="1"/>
          </p:nvPr>
        </p:nvSpPr>
        <p:spPr>
          <a:xfrm>
            <a:off x="907026" y="1465005"/>
            <a:ext cx="10515600" cy="4564473"/>
          </a:xfrm>
        </p:spPr>
        <p:txBody>
          <a:bodyPr/>
          <a:lstStyle/>
          <a:p>
            <a:pPr marL="0" indent="0">
              <a:buNone/>
            </a:pPr>
            <a:r>
              <a:rPr lang="en-IN" sz="2400" dirty="0"/>
              <a:t>How can a college use historical student data to predict admission chances and make the application screening process faster and more efficient.</a:t>
            </a:r>
          </a:p>
          <a:p>
            <a:pPr marL="0" indent="0">
              <a:buNone/>
            </a:pPr>
            <a:r>
              <a:rPr lang="en-IN" sz="2400" b="1" dirty="0"/>
              <a:t>Key business challenges:</a:t>
            </a:r>
          </a:p>
          <a:p>
            <a:pPr lvl="0"/>
            <a:r>
              <a:rPr lang="en-IN" sz="2400" b="1" dirty="0"/>
              <a:t>Large number of applications</a:t>
            </a:r>
            <a:r>
              <a:rPr lang="en-IN" sz="2400" dirty="0"/>
              <a:t> – Manually checking every application takes time. </a:t>
            </a:r>
          </a:p>
          <a:p>
            <a:pPr lvl="0"/>
            <a:r>
              <a:rPr lang="en-IN" sz="2400" b="1" dirty="0"/>
              <a:t>Time-consuming screening</a:t>
            </a:r>
            <a:r>
              <a:rPr lang="en-IN" sz="2400" dirty="0"/>
              <a:t> – Admission teams need to evaluate many factors for each student. </a:t>
            </a:r>
          </a:p>
          <a:p>
            <a:pPr lvl="0"/>
            <a:r>
              <a:rPr lang="en-IN" sz="2400" b="1" dirty="0"/>
              <a:t>Inconsistent evaluation</a:t>
            </a:r>
            <a:r>
              <a:rPr lang="en-IN" sz="2400" dirty="0"/>
              <a:t> – Manual assessment may vary between reviewers. </a:t>
            </a:r>
          </a:p>
          <a:p>
            <a:pPr lvl="0"/>
            <a:r>
              <a:rPr lang="en-IN" sz="2400" b="1" dirty="0"/>
              <a:t>Difficulty identifying suitable candidates</a:t>
            </a:r>
            <a:r>
              <a:rPr lang="en-IN" sz="2400" dirty="0"/>
              <a:t> – Important patterns may not be obvious from raw data. </a:t>
            </a:r>
          </a:p>
          <a:p>
            <a:pPr lvl="0"/>
            <a:r>
              <a:rPr lang="en-IN" sz="2400" b="1" dirty="0"/>
              <a:t>Need for faster decisions</a:t>
            </a:r>
            <a:r>
              <a:rPr lang="en-IN" sz="2400" dirty="0"/>
              <a:t> – Colleges want to process applications efficiently.</a:t>
            </a:r>
          </a:p>
        </p:txBody>
      </p:sp>
      <p:pic>
        <p:nvPicPr>
          <p:cNvPr id="5" name="Picture 4">
            <a:extLst>
              <a:ext uri="{FF2B5EF4-FFF2-40B4-BE49-F238E27FC236}">
                <a16:creationId xmlns:a16="http://schemas.microsoft.com/office/drawing/2014/main" id="{A79AF1DB-8318-7DD3-2BCB-DCE7BA313C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2974" y="6489750"/>
            <a:ext cx="2149026" cy="365792"/>
          </a:xfrm>
          <a:prstGeom prst="rect">
            <a:avLst/>
          </a:prstGeom>
        </p:spPr>
      </p:pic>
    </p:spTree>
    <p:extLst>
      <p:ext uri="{BB962C8B-B14F-4D97-AF65-F5344CB8AC3E}">
        <p14:creationId xmlns:p14="http://schemas.microsoft.com/office/powerpoint/2010/main" val="2162194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C88DE-FF9F-4FB1-162C-3CB95B733444}"/>
              </a:ext>
            </a:extLst>
          </p:cNvPr>
          <p:cNvSpPr>
            <a:spLocks noGrp="1"/>
          </p:cNvSpPr>
          <p:nvPr>
            <p:ph type="title"/>
          </p:nvPr>
        </p:nvSpPr>
        <p:spPr>
          <a:xfrm>
            <a:off x="838200" y="365126"/>
            <a:ext cx="10515600" cy="804914"/>
          </a:xfrm>
        </p:spPr>
        <p:txBody>
          <a:bodyPr>
            <a:normAutofit/>
          </a:bodyPr>
          <a:lstStyle/>
          <a:p>
            <a:r>
              <a:rPr lang="en-IN" sz="4000" b="1" dirty="0">
                <a:solidFill>
                  <a:srgbClr val="C00000"/>
                </a:solidFill>
              </a:rPr>
              <a:t>Objective of the Problem</a:t>
            </a:r>
          </a:p>
        </p:txBody>
      </p:sp>
      <p:sp>
        <p:nvSpPr>
          <p:cNvPr id="3" name="Content Placeholder 2">
            <a:extLst>
              <a:ext uri="{FF2B5EF4-FFF2-40B4-BE49-F238E27FC236}">
                <a16:creationId xmlns:a16="http://schemas.microsoft.com/office/drawing/2014/main" id="{EE39EA28-1106-A38D-9027-BC78B91643FF}"/>
              </a:ext>
            </a:extLst>
          </p:cNvPr>
          <p:cNvSpPr>
            <a:spLocks noGrp="1"/>
          </p:cNvSpPr>
          <p:nvPr>
            <p:ph idx="1"/>
          </p:nvPr>
        </p:nvSpPr>
        <p:spPr>
          <a:xfrm>
            <a:off x="838200" y="1268361"/>
            <a:ext cx="10515600" cy="4908602"/>
          </a:xfrm>
        </p:spPr>
        <p:txBody>
          <a:bodyPr/>
          <a:lstStyle/>
          <a:p>
            <a:r>
              <a:rPr lang="en-IN" sz="2400" dirty="0"/>
              <a:t>Educational institutions require a reliable and data-driven system that can </a:t>
            </a:r>
            <a:r>
              <a:rPr lang="en-IN" sz="2400" dirty="0" err="1"/>
              <a:t>analyze</a:t>
            </a:r>
            <a:r>
              <a:rPr lang="en-IN" sz="2400" dirty="0"/>
              <a:t> student information and predict the likelihood of admission. Such a system can help admission officers identify eligible candidates more efficiently, improve the consistency of admission decisions, and reduce the overall time required for application screening.</a:t>
            </a:r>
          </a:p>
          <a:p>
            <a:r>
              <a:rPr lang="en-IN" sz="2400" dirty="0"/>
              <a:t>Develop an Artificial Neural Network (ANN) model to predict whether a student will be admitted to college based on academic performance, family background, extracurricular activities, standardized test scores, essays, recommendations, and interview performance. </a:t>
            </a:r>
          </a:p>
          <a:p>
            <a:r>
              <a:rPr lang="en-IN" sz="2400" dirty="0"/>
              <a:t>The model will assist admission officers in making faster, more consistent, and data-driven admission decisions.</a:t>
            </a:r>
          </a:p>
          <a:p>
            <a:pPr marL="0" indent="0">
              <a:buNone/>
            </a:pPr>
            <a:endParaRPr lang="en-IN" dirty="0"/>
          </a:p>
        </p:txBody>
      </p:sp>
      <p:pic>
        <p:nvPicPr>
          <p:cNvPr id="5" name="Picture 4">
            <a:extLst>
              <a:ext uri="{FF2B5EF4-FFF2-40B4-BE49-F238E27FC236}">
                <a16:creationId xmlns:a16="http://schemas.microsoft.com/office/drawing/2014/main" id="{1B679E74-84D5-1468-D88D-FF9E3FDF75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8287" y="6492208"/>
            <a:ext cx="2149026" cy="365792"/>
          </a:xfrm>
          <a:prstGeom prst="rect">
            <a:avLst/>
          </a:prstGeom>
        </p:spPr>
      </p:pic>
    </p:spTree>
    <p:extLst>
      <p:ext uri="{BB962C8B-B14F-4D97-AF65-F5344CB8AC3E}">
        <p14:creationId xmlns:p14="http://schemas.microsoft.com/office/powerpoint/2010/main" val="1863656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B0EF3-1509-3001-FBAA-3E933C5F88F3}"/>
              </a:ext>
            </a:extLst>
          </p:cNvPr>
          <p:cNvSpPr>
            <a:spLocks noGrp="1"/>
          </p:cNvSpPr>
          <p:nvPr>
            <p:ph type="title"/>
          </p:nvPr>
        </p:nvSpPr>
        <p:spPr>
          <a:xfrm>
            <a:off x="838200" y="365126"/>
            <a:ext cx="10515600" cy="519778"/>
          </a:xfrm>
        </p:spPr>
        <p:txBody>
          <a:bodyPr>
            <a:normAutofit fontScale="90000"/>
          </a:bodyPr>
          <a:lstStyle/>
          <a:p>
            <a:r>
              <a:rPr lang="en-IN" b="1" dirty="0">
                <a:solidFill>
                  <a:srgbClr val="C00000"/>
                </a:solidFill>
              </a:rPr>
              <a:t>Dataset Overview</a:t>
            </a:r>
          </a:p>
        </p:txBody>
      </p:sp>
      <p:sp>
        <p:nvSpPr>
          <p:cNvPr id="3" name="Content Placeholder 2">
            <a:extLst>
              <a:ext uri="{FF2B5EF4-FFF2-40B4-BE49-F238E27FC236}">
                <a16:creationId xmlns:a16="http://schemas.microsoft.com/office/drawing/2014/main" id="{F4869A1D-5B6C-F164-79E5-561278708233}"/>
              </a:ext>
            </a:extLst>
          </p:cNvPr>
          <p:cNvSpPr>
            <a:spLocks noGrp="1"/>
          </p:cNvSpPr>
          <p:nvPr>
            <p:ph idx="1"/>
          </p:nvPr>
        </p:nvSpPr>
        <p:spPr>
          <a:xfrm>
            <a:off x="838200" y="1042219"/>
            <a:ext cx="10515600" cy="5692878"/>
          </a:xfrm>
        </p:spPr>
        <p:txBody>
          <a:bodyPr>
            <a:normAutofit/>
          </a:bodyPr>
          <a:lstStyle/>
          <a:p>
            <a:pPr lvl="0"/>
            <a:r>
              <a:rPr lang="en-IN" sz="2400" dirty="0"/>
              <a:t>Age </a:t>
            </a:r>
          </a:p>
          <a:p>
            <a:pPr lvl="0"/>
            <a:r>
              <a:rPr lang="en-IN" sz="2400" dirty="0" err="1"/>
              <a:t>Student_ID</a:t>
            </a:r>
            <a:endParaRPr lang="en-IN" sz="2400" dirty="0"/>
          </a:p>
          <a:p>
            <a:pPr lvl="0"/>
            <a:r>
              <a:rPr lang="en-IN" sz="2400" dirty="0"/>
              <a:t>Gender </a:t>
            </a:r>
          </a:p>
          <a:p>
            <a:pPr lvl="0"/>
            <a:r>
              <a:rPr lang="en-IN" sz="2400" dirty="0"/>
              <a:t>State </a:t>
            </a:r>
          </a:p>
          <a:p>
            <a:pPr lvl="0"/>
            <a:r>
              <a:rPr lang="en-IN" sz="2400" dirty="0"/>
              <a:t>Family Income </a:t>
            </a:r>
          </a:p>
          <a:p>
            <a:pPr lvl="0"/>
            <a:r>
              <a:rPr lang="en-IN" sz="2400" dirty="0"/>
              <a:t>High School GPA </a:t>
            </a:r>
          </a:p>
          <a:p>
            <a:pPr lvl="0"/>
            <a:r>
              <a:rPr lang="en-IN" sz="2400" dirty="0"/>
              <a:t>SAT Score </a:t>
            </a:r>
          </a:p>
          <a:p>
            <a:pPr lvl="0"/>
            <a:r>
              <a:rPr lang="en-IN" sz="2400" dirty="0"/>
              <a:t>ACT Score </a:t>
            </a:r>
          </a:p>
          <a:p>
            <a:pPr lvl="0"/>
            <a:r>
              <a:rPr lang="en-IN" sz="2400" dirty="0"/>
              <a:t>Attendance Rate </a:t>
            </a:r>
          </a:p>
          <a:p>
            <a:pPr lvl="0"/>
            <a:r>
              <a:rPr lang="en-IN" sz="2400" dirty="0"/>
              <a:t>AP Courses </a:t>
            </a:r>
          </a:p>
          <a:p>
            <a:pPr lvl="0"/>
            <a:r>
              <a:rPr lang="en-IN" sz="2400" dirty="0"/>
              <a:t>Extracurricular Activities </a:t>
            </a:r>
          </a:p>
          <a:p>
            <a:pPr marL="0" indent="0">
              <a:buNone/>
            </a:pPr>
            <a:endParaRPr lang="en-IN" dirty="0"/>
          </a:p>
        </p:txBody>
      </p:sp>
      <p:sp>
        <p:nvSpPr>
          <p:cNvPr id="7" name="TextBox 6">
            <a:extLst>
              <a:ext uri="{FF2B5EF4-FFF2-40B4-BE49-F238E27FC236}">
                <a16:creationId xmlns:a16="http://schemas.microsoft.com/office/drawing/2014/main" id="{14D78647-11BB-E99C-883F-62C4441CA785}"/>
              </a:ext>
            </a:extLst>
          </p:cNvPr>
          <p:cNvSpPr txBox="1"/>
          <p:nvPr/>
        </p:nvSpPr>
        <p:spPr>
          <a:xfrm>
            <a:off x="5712541" y="963561"/>
            <a:ext cx="6046839" cy="5909310"/>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sz="2400" dirty="0"/>
              <a:t>Volunteer Hours </a:t>
            </a:r>
          </a:p>
          <a:p>
            <a:pPr marL="285750" lvl="0" indent="-285750">
              <a:lnSpc>
                <a:spcPct val="150000"/>
              </a:lnSpc>
              <a:buFont typeface="Arial" panose="020B0604020202020204" pitchFamily="34" charset="0"/>
              <a:buChar char="•"/>
            </a:pPr>
            <a:r>
              <a:rPr lang="en-IN" sz="2400" dirty="0"/>
              <a:t>Leadership Positions </a:t>
            </a:r>
          </a:p>
          <a:p>
            <a:pPr marL="285750" lvl="0" indent="-285750">
              <a:lnSpc>
                <a:spcPct val="150000"/>
              </a:lnSpc>
              <a:buFont typeface="Arial" panose="020B0604020202020204" pitchFamily="34" charset="0"/>
              <a:buChar char="•"/>
            </a:pPr>
            <a:r>
              <a:rPr lang="en-IN" sz="2400" dirty="0"/>
              <a:t>Coding Projects </a:t>
            </a:r>
          </a:p>
          <a:p>
            <a:pPr marL="285750" lvl="0" indent="-285750">
              <a:lnSpc>
                <a:spcPct val="150000"/>
              </a:lnSpc>
              <a:buFont typeface="Arial" panose="020B0604020202020204" pitchFamily="34" charset="0"/>
              <a:buChar char="•"/>
            </a:pPr>
            <a:r>
              <a:rPr lang="en-IN" sz="2400" dirty="0"/>
              <a:t>Social Media Usage </a:t>
            </a:r>
          </a:p>
          <a:p>
            <a:pPr marL="285750" lvl="0" indent="-285750">
              <a:lnSpc>
                <a:spcPct val="150000"/>
              </a:lnSpc>
              <a:buFont typeface="Arial" panose="020B0604020202020204" pitchFamily="34" charset="0"/>
              <a:buChar char="•"/>
            </a:pPr>
            <a:r>
              <a:rPr lang="en-IN" sz="2400" dirty="0"/>
              <a:t>Online Certifications </a:t>
            </a:r>
          </a:p>
          <a:p>
            <a:pPr marL="285750" lvl="0" indent="-285750">
              <a:lnSpc>
                <a:spcPct val="150000"/>
              </a:lnSpc>
              <a:buFont typeface="Arial" panose="020B0604020202020204" pitchFamily="34" charset="0"/>
              <a:buChar char="•"/>
            </a:pPr>
            <a:r>
              <a:rPr lang="en-IN" sz="2400" dirty="0"/>
              <a:t>Essay Score </a:t>
            </a:r>
          </a:p>
          <a:p>
            <a:pPr marL="285750" lvl="0" indent="-285750">
              <a:lnSpc>
                <a:spcPct val="150000"/>
              </a:lnSpc>
              <a:buFont typeface="Arial" panose="020B0604020202020204" pitchFamily="34" charset="0"/>
              <a:buChar char="•"/>
            </a:pPr>
            <a:r>
              <a:rPr lang="en-IN" sz="2400" dirty="0"/>
              <a:t>Recommendation Score </a:t>
            </a:r>
          </a:p>
          <a:p>
            <a:pPr marL="285750" lvl="0" indent="-285750">
              <a:lnSpc>
                <a:spcPct val="150000"/>
              </a:lnSpc>
              <a:buFont typeface="Arial" panose="020B0604020202020204" pitchFamily="34" charset="0"/>
              <a:buChar char="•"/>
            </a:pPr>
            <a:r>
              <a:rPr lang="en-IN" sz="2400" dirty="0"/>
              <a:t>Interview Score</a:t>
            </a:r>
          </a:p>
          <a:p>
            <a:pPr marL="285750" lvl="0" indent="-285750">
              <a:lnSpc>
                <a:spcPct val="150000"/>
              </a:lnSpc>
              <a:buFont typeface="Arial" panose="020B0604020202020204" pitchFamily="34" charset="0"/>
              <a:buChar char="•"/>
            </a:pPr>
            <a:r>
              <a:rPr lang="en-IN" sz="2400" dirty="0"/>
              <a:t>Admission Status</a:t>
            </a:r>
          </a:p>
          <a:p>
            <a:pPr marL="285750" lvl="0" indent="-285750">
              <a:lnSpc>
                <a:spcPct val="150000"/>
              </a:lnSpc>
              <a:buFont typeface="Arial" panose="020B0604020202020204" pitchFamily="34" charset="0"/>
              <a:buChar char="•"/>
            </a:pPr>
            <a:endParaRPr lang="en-IN" sz="2400" dirty="0"/>
          </a:p>
          <a:p>
            <a:endParaRPr lang="en-IN" dirty="0"/>
          </a:p>
        </p:txBody>
      </p:sp>
      <p:sp>
        <p:nvSpPr>
          <p:cNvPr id="11" name="TextBox 10">
            <a:extLst>
              <a:ext uri="{FF2B5EF4-FFF2-40B4-BE49-F238E27FC236}">
                <a16:creationId xmlns:a16="http://schemas.microsoft.com/office/drawing/2014/main" id="{1F059BA1-6F46-C5FA-A5EF-0DA686D53A06}"/>
              </a:ext>
            </a:extLst>
          </p:cNvPr>
          <p:cNvSpPr txBox="1"/>
          <p:nvPr/>
        </p:nvSpPr>
        <p:spPr>
          <a:xfrm>
            <a:off x="9104671" y="452377"/>
            <a:ext cx="2831689"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t>Total Rows: </a:t>
            </a:r>
            <a:r>
              <a:rPr lang="en-US" sz="2000" b="1" dirty="0"/>
              <a:t>500000</a:t>
            </a:r>
          </a:p>
          <a:p>
            <a:pPr marL="285750" indent="-285750">
              <a:buFont typeface="Arial" panose="020B0604020202020204" pitchFamily="34" charset="0"/>
              <a:buChar char="•"/>
            </a:pPr>
            <a:r>
              <a:rPr lang="en-US" sz="2000" dirty="0"/>
              <a:t>Total Features: </a:t>
            </a:r>
            <a:r>
              <a:rPr lang="en-US" sz="2000" b="1" dirty="0"/>
              <a:t>20</a:t>
            </a:r>
            <a:endParaRPr lang="en-IN" sz="2000" b="1" dirty="0"/>
          </a:p>
        </p:txBody>
      </p:sp>
      <p:pic>
        <p:nvPicPr>
          <p:cNvPr id="5" name="Picture 4">
            <a:extLst>
              <a:ext uri="{FF2B5EF4-FFF2-40B4-BE49-F238E27FC236}">
                <a16:creationId xmlns:a16="http://schemas.microsoft.com/office/drawing/2014/main" id="{79271FD5-B675-841C-8B58-1234091F3C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2974" y="6447962"/>
            <a:ext cx="2149026" cy="365792"/>
          </a:xfrm>
          <a:prstGeom prst="rect">
            <a:avLst/>
          </a:prstGeom>
        </p:spPr>
      </p:pic>
    </p:spTree>
    <p:extLst>
      <p:ext uri="{BB962C8B-B14F-4D97-AF65-F5344CB8AC3E}">
        <p14:creationId xmlns:p14="http://schemas.microsoft.com/office/powerpoint/2010/main" val="3753159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A796-5488-2FC8-D0F1-132D599F35F7}"/>
              </a:ext>
            </a:extLst>
          </p:cNvPr>
          <p:cNvSpPr>
            <a:spLocks noGrp="1"/>
          </p:cNvSpPr>
          <p:nvPr>
            <p:ph type="title"/>
          </p:nvPr>
        </p:nvSpPr>
        <p:spPr>
          <a:xfrm>
            <a:off x="838200" y="68827"/>
            <a:ext cx="10515600" cy="698089"/>
          </a:xfrm>
        </p:spPr>
        <p:txBody>
          <a:bodyPr>
            <a:normAutofit/>
          </a:bodyPr>
          <a:lstStyle/>
          <a:p>
            <a:pPr algn="ctr"/>
            <a:r>
              <a:rPr lang="en-IN" sz="4000" b="1" dirty="0">
                <a:solidFill>
                  <a:srgbClr val="C00000"/>
                </a:solidFill>
              </a:rPr>
              <a:t>Data Preprocessing</a:t>
            </a:r>
          </a:p>
        </p:txBody>
      </p:sp>
      <p:sp>
        <p:nvSpPr>
          <p:cNvPr id="3" name="Content Placeholder 2">
            <a:extLst>
              <a:ext uri="{FF2B5EF4-FFF2-40B4-BE49-F238E27FC236}">
                <a16:creationId xmlns:a16="http://schemas.microsoft.com/office/drawing/2014/main" id="{0251A8F8-97F6-FC9B-6E66-22F467E7EB78}"/>
              </a:ext>
            </a:extLst>
          </p:cNvPr>
          <p:cNvSpPr>
            <a:spLocks noGrp="1"/>
          </p:cNvSpPr>
          <p:nvPr>
            <p:ph idx="1"/>
          </p:nvPr>
        </p:nvSpPr>
        <p:spPr>
          <a:xfrm>
            <a:off x="570271" y="766916"/>
            <a:ext cx="11021961" cy="6091084"/>
          </a:xfrm>
        </p:spPr>
        <p:txBody>
          <a:bodyPr>
            <a:noAutofit/>
          </a:bodyPr>
          <a:lstStyle/>
          <a:p>
            <a:pPr marL="0" indent="0">
              <a:lnSpc>
                <a:spcPct val="120000"/>
              </a:lnSpc>
              <a:buNone/>
            </a:pPr>
            <a:r>
              <a:rPr lang="en-US" sz="2400" b="1" dirty="0">
                <a:latin typeface="Calibri" panose="020F0502020204030204" pitchFamily="34" charset="0"/>
                <a:ea typeface="Calibri" panose="020F0502020204030204" pitchFamily="34" charset="0"/>
                <a:cs typeface="Calibri" panose="020F0502020204030204" pitchFamily="34" charset="0"/>
              </a:rPr>
              <a:t>Data Cleaning &amp; Preparation </a:t>
            </a:r>
          </a:p>
          <a:p>
            <a:pPr>
              <a:lnSpc>
                <a:spcPct val="150000"/>
              </a:lnSpc>
            </a:pPr>
            <a:r>
              <a:rPr lang="en-US" sz="2000" b="1" dirty="0">
                <a:latin typeface="Calibri" panose="020F0502020204030204" pitchFamily="34" charset="0"/>
                <a:ea typeface="Calibri" panose="020F0502020204030204" pitchFamily="34" charset="0"/>
                <a:cs typeface="Calibri" panose="020F0502020204030204" pitchFamily="34" charset="0"/>
              </a:rPr>
              <a:t>Removed unnecessary columns:</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Student_ID</a:t>
            </a:r>
            <a:endParaRPr lang="en-US" sz="20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2000" b="1" dirty="0">
                <a:latin typeface="Calibri" panose="020F0502020204030204" pitchFamily="34" charset="0"/>
                <a:ea typeface="Calibri" panose="020F0502020204030204" pitchFamily="34" charset="0"/>
                <a:cs typeface="Calibri" panose="020F0502020204030204" pitchFamily="34" charset="0"/>
              </a:rPr>
              <a:t>Defined target variable: </a:t>
            </a:r>
            <a:r>
              <a:rPr lang="en-IN" sz="2000" dirty="0">
                <a:latin typeface="Calibri" panose="020F0502020204030204" pitchFamily="34" charset="0"/>
                <a:ea typeface="Calibri" panose="020F0502020204030204" pitchFamily="34" charset="0"/>
                <a:cs typeface="Calibri" panose="020F0502020204030204" pitchFamily="34" charset="0"/>
              </a:rPr>
              <a:t>Admission Status</a:t>
            </a:r>
            <a:endParaRPr lang="en-US" sz="20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US" sz="2000" b="1" dirty="0">
                <a:latin typeface="Calibri" panose="020F0502020204030204" pitchFamily="34" charset="0"/>
                <a:ea typeface="Calibri" panose="020F0502020204030204" pitchFamily="34" charset="0"/>
                <a:cs typeface="Calibri" panose="020F0502020204030204" pitchFamily="34" charset="0"/>
              </a:rPr>
              <a:t>Separated:</a:t>
            </a:r>
            <a:r>
              <a:rPr lang="en-US" sz="2000" dirty="0">
                <a:latin typeface="Calibri" panose="020F0502020204030204" pitchFamily="34" charset="0"/>
                <a:ea typeface="Calibri" panose="020F0502020204030204" pitchFamily="34" charset="0"/>
                <a:cs typeface="Calibri" panose="020F0502020204030204" pitchFamily="34" charset="0"/>
              </a:rPr>
              <a:t> Features (x) and Target (y)</a:t>
            </a:r>
          </a:p>
          <a:p>
            <a:pPr algn="just">
              <a:lnSpc>
                <a:spcPct val="150000"/>
              </a:lnSpc>
            </a:pPr>
            <a:r>
              <a:rPr lang="en-US" sz="2000" b="1" dirty="0">
                <a:latin typeface="Calibri" panose="020F0502020204030204" pitchFamily="34" charset="0"/>
                <a:ea typeface="Calibri" panose="020F0502020204030204" pitchFamily="34" charset="0"/>
                <a:cs typeface="Calibri" panose="020F0502020204030204" pitchFamily="34" charset="0"/>
              </a:rPr>
              <a:t>Numerical Columns: </a:t>
            </a:r>
            <a:r>
              <a:rPr lang="en-US" sz="2000" dirty="0">
                <a:latin typeface="Calibri" panose="020F0502020204030204" pitchFamily="34" charset="0"/>
                <a:ea typeface="Calibri" panose="020F0502020204030204" pitchFamily="34" charset="0"/>
                <a:cs typeface="Calibri" panose="020F0502020204030204" pitchFamily="34" charset="0"/>
              </a:rPr>
              <a:t>Age,Family_Income,High_school_gpa,Sat_score,Act_score,Attendance_rate,</a:t>
            </a:r>
          </a:p>
          <a:p>
            <a:pPr marL="0" indent="0" algn="just">
              <a:lnSpc>
                <a:spcPct val="150000"/>
              </a:lnSpc>
              <a:buNone/>
            </a:pP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Ap_score</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extracurricular_count</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volunteer_hours</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leadership_positions</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coding_projects</a:t>
            </a:r>
            <a:r>
              <a:rPr lang="en-US" sz="2000" dirty="0">
                <a:latin typeface="Calibri" panose="020F0502020204030204" pitchFamily="34" charset="0"/>
                <a:ea typeface="Calibri" panose="020F0502020204030204" pitchFamily="34" charset="0"/>
                <a:cs typeface="Calibri" panose="020F0502020204030204" pitchFamily="34" charset="0"/>
              </a:rPr>
              <a:t>,</a:t>
            </a:r>
          </a:p>
          <a:p>
            <a:pPr marL="0" indent="0" algn="just">
              <a:lnSpc>
                <a:spcPct val="150000"/>
              </a:lnSpc>
              <a:buNone/>
            </a:pP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social_media_hrs</a:t>
            </a:r>
            <a:r>
              <a:rPr lang="en-US" sz="2000" dirty="0">
                <a:latin typeface="Calibri" panose="020F0502020204030204" pitchFamily="34" charset="0"/>
                <a:ea typeface="Calibri" panose="020F0502020204030204" pitchFamily="34" charset="0"/>
                <a:cs typeface="Calibri" panose="020F0502020204030204" pitchFamily="34" charset="0"/>
              </a:rPr>
              <a:t>, online_certifications,essay_score,recommendation_score,interview_score.</a:t>
            </a:r>
          </a:p>
          <a:p>
            <a:pPr algn="just">
              <a:lnSpc>
                <a:spcPct val="150000"/>
              </a:lnSpc>
            </a:pPr>
            <a:r>
              <a:rPr lang="en-US" sz="2000" b="1" dirty="0">
                <a:latin typeface="Calibri" panose="020F0502020204030204" pitchFamily="34" charset="0"/>
                <a:ea typeface="Calibri" panose="020F0502020204030204" pitchFamily="34" charset="0"/>
                <a:cs typeface="Calibri" panose="020F0502020204030204" pitchFamily="34" charset="0"/>
              </a:rPr>
              <a:t>Categorical Columns: </a:t>
            </a:r>
            <a:r>
              <a:rPr lang="en-US" sz="2000" dirty="0">
                <a:latin typeface="Calibri" panose="020F0502020204030204" pitchFamily="34" charset="0"/>
                <a:ea typeface="Calibri" panose="020F0502020204030204" pitchFamily="34" charset="0"/>
                <a:cs typeface="Calibri" panose="020F0502020204030204" pitchFamily="34" charset="0"/>
              </a:rPr>
              <a:t>Two Categorical Columns</a:t>
            </a:r>
            <a:endParaRPr lang="en-IN" sz="20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IN" sz="2000" b="1" dirty="0">
                <a:latin typeface="Calibri" panose="020F0502020204030204" pitchFamily="34" charset="0"/>
                <a:ea typeface="Calibri" panose="020F0502020204030204" pitchFamily="34" charset="0"/>
                <a:cs typeface="Calibri" panose="020F0502020204030204" pitchFamily="34" charset="0"/>
              </a:rPr>
              <a:t>Encode Categorical Variables:</a:t>
            </a:r>
            <a:r>
              <a:rPr lang="en-IN"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Ordinal Encoding (Ordered Columns): </a:t>
            </a:r>
            <a:r>
              <a:rPr lang="en-US" sz="2000" dirty="0" err="1">
                <a:latin typeface="Calibri" panose="020F0502020204030204" pitchFamily="34" charset="0"/>
                <a:ea typeface="Calibri" panose="020F0502020204030204" pitchFamily="34" charset="0"/>
                <a:cs typeface="Calibri" panose="020F0502020204030204" pitchFamily="34" charset="0"/>
              </a:rPr>
              <a:t>Gender,State</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lnSpc>
                <a:spcPct val="120000"/>
              </a:lnSpc>
              <a:buNone/>
            </a:pPr>
            <a:endParaRPr lang="en-IN" sz="2000" dirty="0"/>
          </a:p>
          <a:p>
            <a:pPr marL="0" indent="0">
              <a:buNone/>
            </a:pPr>
            <a:endParaRPr lang="en-IN" sz="2000" dirty="0"/>
          </a:p>
          <a:p>
            <a:pPr marL="0" indent="0">
              <a:buNone/>
            </a:pPr>
            <a:endParaRPr lang="en-IN" sz="2000" dirty="0"/>
          </a:p>
        </p:txBody>
      </p:sp>
      <p:pic>
        <p:nvPicPr>
          <p:cNvPr id="5" name="Picture 4">
            <a:extLst>
              <a:ext uri="{FF2B5EF4-FFF2-40B4-BE49-F238E27FC236}">
                <a16:creationId xmlns:a16="http://schemas.microsoft.com/office/drawing/2014/main" id="{C7ABB2D7-3C82-FD35-A339-D48AED068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8287" y="6423381"/>
            <a:ext cx="2149026" cy="365792"/>
          </a:xfrm>
          <a:prstGeom prst="rect">
            <a:avLst/>
          </a:prstGeom>
        </p:spPr>
      </p:pic>
    </p:spTree>
    <p:extLst>
      <p:ext uri="{BB962C8B-B14F-4D97-AF65-F5344CB8AC3E}">
        <p14:creationId xmlns:p14="http://schemas.microsoft.com/office/powerpoint/2010/main" val="2115376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C8D149-1B43-D73B-9907-68C901E89EE1}"/>
              </a:ext>
            </a:extLst>
          </p:cNvPr>
          <p:cNvPicPr>
            <a:picLocks noChangeAspect="1"/>
          </p:cNvPicPr>
          <p:nvPr/>
        </p:nvPicPr>
        <p:blipFill>
          <a:blip r:embed="rId2"/>
          <a:stretch>
            <a:fillRect/>
          </a:stretch>
        </p:blipFill>
        <p:spPr>
          <a:xfrm>
            <a:off x="0" y="0"/>
            <a:ext cx="12844043" cy="6858000"/>
          </a:xfrm>
          <a:prstGeom prst="rect">
            <a:avLst/>
          </a:prstGeom>
        </p:spPr>
      </p:pic>
    </p:spTree>
    <p:extLst>
      <p:ext uri="{BB962C8B-B14F-4D97-AF65-F5344CB8AC3E}">
        <p14:creationId xmlns:p14="http://schemas.microsoft.com/office/powerpoint/2010/main" val="531964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4F10-0D5B-E984-3EE1-B94892EAC1A0}"/>
              </a:ext>
            </a:extLst>
          </p:cNvPr>
          <p:cNvSpPr>
            <a:spLocks noGrp="1"/>
          </p:cNvSpPr>
          <p:nvPr>
            <p:ph type="title"/>
          </p:nvPr>
        </p:nvSpPr>
        <p:spPr>
          <a:xfrm>
            <a:off x="838200" y="68827"/>
            <a:ext cx="10515600" cy="747250"/>
          </a:xfrm>
        </p:spPr>
        <p:txBody>
          <a:bodyPr/>
          <a:lstStyle/>
          <a:p>
            <a:pPr algn="ctr"/>
            <a:r>
              <a:rPr lang="en-IN" b="1" dirty="0">
                <a:solidFill>
                  <a:srgbClr val="C00000"/>
                </a:solidFill>
              </a:rPr>
              <a:t>Building Architecture</a:t>
            </a:r>
          </a:p>
        </p:txBody>
      </p:sp>
      <p:sp>
        <p:nvSpPr>
          <p:cNvPr id="3" name="Content Placeholder 2">
            <a:extLst>
              <a:ext uri="{FF2B5EF4-FFF2-40B4-BE49-F238E27FC236}">
                <a16:creationId xmlns:a16="http://schemas.microsoft.com/office/drawing/2014/main" id="{2C654DFB-62EC-8D34-7F79-461AD213CA4F}"/>
              </a:ext>
            </a:extLst>
          </p:cNvPr>
          <p:cNvSpPr>
            <a:spLocks noGrp="1"/>
          </p:cNvSpPr>
          <p:nvPr>
            <p:ph idx="1"/>
          </p:nvPr>
        </p:nvSpPr>
        <p:spPr>
          <a:xfrm>
            <a:off x="838200" y="658762"/>
            <a:ext cx="10515600" cy="6056670"/>
          </a:xfrm>
        </p:spPr>
        <p:txBody>
          <a:bodyPr>
            <a:normAutofit fontScale="55000" lnSpcReduction="20000"/>
          </a:bodyPr>
          <a:lstStyle/>
          <a:p>
            <a:pPr lvl="0"/>
            <a:r>
              <a:rPr lang="en-IN" sz="3800" b="1" dirty="0"/>
              <a:t>Input Layer</a:t>
            </a:r>
            <a:r>
              <a:rPr lang="en-IN" sz="3800" dirty="0"/>
              <a:t> </a:t>
            </a:r>
          </a:p>
          <a:p>
            <a:pPr lvl="1"/>
            <a:r>
              <a:rPr lang="en-IN" sz="3800" dirty="0"/>
              <a:t>Takes all </a:t>
            </a:r>
            <a:r>
              <a:rPr lang="en-IN" sz="3800" dirty="0" err="1"/>
              <a:t>preprocessed</a:t>
            </a:r>
            <a:r>
              <a:rPr lang="en-IN" sz="3800" dirty="0"/>
              <a:t> input features. </a:t>
            </a:r>
          </a:p>
          <a:p>
            <a:pPr lvl="1"/>
            <a:r>
              <a:rPr lang="en-IN" sz="3800" dirty="0"/>
              <a:t>Number of neurons = Number of input features. </a:t>
            </a:r>
          </a:p>
          <a:p>
            <a:pPr lvl="0"/>
            <a:r>
              <a:rPr lang="en-IN" sz="3800" b="1" dirty="0"/>
              <a:t>Hidden Layer 1</a:t>
            </a:r>
            <a:r>
              <a:rPr lang="en-IN" sz="3800" dirty="0"/>
              <a:t> </a:t>
            </a:r>
          </a:p>
          <a:p>
            <a:pPr lvl="1"/>
            <a:r>
              <a:rPr lang="en-IN" sz="3800" b="1" dirty="0"/>
              <a:t>64 neurons</a:t>
            </a:r>
            <a:r>
              <a:rPr lang="en-IN" sz="3800" dirty="0"/>
              <a:t> </a:t>
            </a:r>
          </a:p>
          <a:p>
            <a:pPr lvl="1"/>
            <a:r>
              <a:rPr lang="en-IN" sz="3800" b="1" dirty="0" err="1"/>
              <a:t>ReLU</a:t>
            </a:r>
            <a:r>
              <a:rPr lang="en-IN" sz="3800" b="1" dirty="0"/>
              <a:t> activation</a:t>
            </a:r>
            <a:r>
              <a:rPr lang="en-IN" sz="3800" dirty="0"/>
              <a:t> </a:t>
            </a:r>
          </a:p>
          <a:p>
            <a:pPr lvl="1"/>
            <a:r>
              <a:rPr lang="en-IN" sz="3800" dirty="0"/>
              <a:t>Learns basic patterns from the input data. </a:t>
            </a:r>
          </a:p>
          <a:p>
            <a:pPr lvl="0"/>
            <a:r>
              <a:rPr lang="en-IN" sz="3800" b="1" dirty="0"/>
              <a:t>Hidden Layer 2</a:t>
            </a:r>
            <a:r>
              <a:rPr lang="en-IN" sz="3800" dirty="0"/>
              <a:t> </a:t>
            </a:r>
          </a:p>
          <a:p>
            <a:pPr lvl="1"/>
            <a:r>
              <a:rPr lang="en-IN" sz="3800" b="1" dirty="0"/>
              <a:t>32 neurons</a:t>
            </a:r>
            <a:r>
              <a:rPr lang="en-IN" sz="3800" dirty="0"/>
              <a:t> </a:t>
            </a:r>
          </a:p>
          <a:p>
            <a:pPr lvl="1"/>
            <a:r>
              <a:rPr lang="en-IN" sz="3800" b="1" dirty="0" err="1"/>
              <a:t>ReLU</a:t>
            </a:r>
            <a:r>
              <a:rPr lang="en-IN" sz="3800" b="1" dirty="0"/>
              <a:t> activation</a:t>
            </a:r>
            <a:r>
              <a:rPr lang="en-IN" sz="3800" dirty="0"/>
              <a:t> </a:t>
            </a:r>
          </a:p>
          <a:p>
            <a:pPr lvl="1"/>
            <a:r>
              <a:rPr lang="en-IN" sz="3800" dirty="0"/>
              <a:t>Extracts more meaningful and complex features. </a:t>
            </a:r>
          </a:p>
          <a:p>
            <a:pPr lvl="0"/>
            <a:r>
              <a:rPr lang="en-IN" sz="3800" b="1" dirty="0"/>
              <a:t>Hidden Layer 3</a:t>
            </a:r>
            <a:r>
              <a:rPr lang="en-IN" sz="3800" dirty="0"/>
              <a:t> </a:t>
            </a:r>
          </a:p>
          <a:p>
            <a:pPr lvl="1"/>
            <a:r>
              <a:rPr lang="en-IN" sz="3800" b="1" dirty="0"/>
              <a:t>16 neurons</a:t>
            </a:r>
            <a:r>
              <a:rPr lang="en-IN" sz="3800" dirty="0"/>
              <a:t> </a:t>
            </a:r>
          </a:p>
          <a:p>
            <a:pPr lvl="1"/>
            <a:r>
              <a:rPr lang="en-IN" sz="3800" b="1" dirty="0" err="1"/>
              <a:t>ReLU</a:t>
            </a:r>
            <a:r>
              <a:rPr lang="en-IN" sz="3800" b="1" dirty="0"/>
              <a:t> activation</a:t>
            </a:r>
            <a:r>
              <a:rPr lang="en-IN" sz="3800" dirty="0"/>
              <a:t> </a:t>
            </a:r>
          </a:p>
          <a:p>
            <a:pPr lvl="1"/>
            <a:r>
              <a:rPr lang="en-IN" sz="3800" dirty="0"/>
              <a:t>Learns high-level feature representations before prediction. </a:t>
            </a:r>
          </a:p>
          <a:p>
            <a:pPr lvl="0"/>
            <a:r>
              <a:rPr lang="en-IN" sz="3800" b="1" dirty="0"/>
              <a:t>Output Layer</a:t>
            </a:r>
            <a:r>
              <a:rPr lang="en-IN" sz="3800" dirty="0"/>
              <a:t> </a:t>
            </a:r>
          </a:p>
          <a:p>
            <a:pPr lvl="1"/>
            <a:r>
              <a:rPr lang="en-IN" sz="3800" b="1" dirty="0"/>
              <a:t>1 neuron</a:t>
            </a:r>
            <a:r>
              <a:rPr lang="en-IN" sz="3800" dirty="0"/>
              <a:t> </a:t>
            </a:r>
          </a:p>
          <a:p>
            <a:pPr lvl="1"/>
            <a:r>
              <a:rPr lang="en-IN" sz="3800" b="1" dirty="0"/>
              <a:t>Sigmoid activation</a:t>
            </a:r>
            <a:r>
              <a:rPr lang="en-IN" sz="3800" dirty="0"/>
              <a:t> (Produces a probability between </a:t>
            </a:r>
            <a:r>
              <a:rPr lang="en-IN" sz="3800" b="1" dirty="0"/>
              <a:t>0 and 1</a:t>
            </a:r>
            <a:r>
              <a:rPr lang="en-IN" sz="3800" dirty="0"/>
              <a:t>). </a:t>
            </a:r>
          </a:p>
          <a:p>
            <a:pPr lvl="1"/>
            <a:r>
              <a:rPr lang="en-IN" sz="3800" b="1" dirty="0"/>
              <a:t>≥ 0.5 → Admitted</a:t>
            </a:r>
            <a:r>
              <a:rPr lang="en-IN" sz="3800" dirty="0"/>
              <a:t> </a:t>
            </a:r>
          </a:p>
          <a:p>
            <a:pPr lvl="1"/>
            <a:r>
              <a:rPr lang="en-IN" sz="3800" b="1" dirty="0"/>
              <a:t>&lt; 0.5 → Not Admitted</a:t>
            </a:r>
            <a:endParaRPr lang="en-IN" sz="3800" dirty="0"/>
          </a:p>
          <a:p>
            <a:pPr marL="0" indent="0">
              <a:buNone/>
            </a:pPr>
            <a:endParaRPr lang="en-IN" dirty="0"/>
          </a:p>
        </p:txBody>
      </p:sp>
      <p:pic>
        <p:nvPicPr>
          <p:cNvPr id="5" name="Picture 4">
            <a:extLst>
              <a:ext uri="{FF2B5EF4-FFF2-40B4-BE49-F238E27FC236}">
                <a16:creationId xmlns:a16="http://schemas.microsoft.com/office/drawing/2014/main" id="{8A838B1F-5ADA-1777-DEE3-A64DEAF296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2974" y="6492208"/>
            <a:ext cx="2149026" cy="365792"/>
          </a:xfrm>
          <a:prstGeom prst="rect">
            <a:avLst/>
          </a:prstGeom>
        </p:spPr>
      </p:pic>
    </p:spTree>
    <p:extLst>
      <p:ext uri="{BB962C8B-B14F-4D97-AF65-F5344CB8AC3E}">
        <p14:creationId xmlns:p14="http://schemas.microsoft.com/office/powerpoint/2010/main" val="1291087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7B63-1061-8136-2338-D076A18674A9}"/>
              </a:ext>
            </a:extLst>
          </p:cNvPr>
          <p:cNvSpPr>
            <a:spLocks noGrp="1"/>
          </p:cNvSpPr>
          <p:nvPr>
            <p:ph type="title"/>
          </p:nvPr>
        </p:nvSpPr>
        <p:spPr>
          <a:xfrm>
            <a:off x="838200" y="1"/>
            <a:ext cx="10515600" cy="747252"/>
          </a:xfrm>
        </p:spPr>
        <p:txBody>
          <a:bodyPr>
            <a:normAutofit/>
          </a:bodyPr>
          <a:lstStyle/>
          <a:p>
            <a:pPr algn="ctr"/>
            <a:r>
              <a:rPr lang="en-US" sz="4000" b="1" dirty="0">
                <a:solidFill>
                  <a:srgbClr val="C00000"/>
                </a:solidFill>
              </a:rPr>
              <a:t>Model Evaluation</a:t>
            </a:r>
            <a:endParaRPr lang="en-IN" sz="4000" b="1" dirty="0">
              <a:solidFill>
                <a:srgbClr val="C00000"/>
              </a:solidFill>
            </a:endParaRPr>
          </a:p>
        </p:txBody>
      </p:sp>
      <p:sp>
        <p:nvSpPr>
          <p:cNvPr id="3" name="Content Placeholder 2">
            <a:extLst>
              <a:ext uri="{FF2B5EF4-FFF2-40B4-BE49-F238E27FC236}">
                <a16:creationId xmlns:a16="http://schemas.microsoft.com/office/drawing/2014/main" id="{A32640AC-528E-88BD-6575-F6876ABD91C8}"/>
              </a:ext>
            </a:extLst>
          </p:cNvPr>
          <p:cNvSpPr>
            <a:spLocks noGrp="1"/>
          </p:cNvSpPr>
          <p:nvPr>
            <p:ph idx="1"/>
          </p:nvPr>
        </p:nvSpPr>
        <p:spPr>
          <a:xfrm>
            <a:off x="358878" y="744795"/>
            <a:ext cx="10515600" cy="5628968"/>
          </a:xfrm>
        </p:spPr>
        <p:txBody>
          <a:bodyPr/>
          <a:lstStyle/>
          <a:p>
            <a:pPr marL="0" indent="0">
              <a:lnSpc>
                <a:spcPct val="150000"/>
              </a:lnSpc>
              <a:buNone/>
            </a:pPr>
            <a:r>
              <a:rPr lang="en-IN" sz="2400" dirty="0"/>
              <a:t>The ANN model was compiled using the following configuration:</a:t>
            </a:r>
          </a:p>
          <a:p>
            <a:pPr lvl="0">
              <a:lnSpc>
                <a:spcPct val="150000"/>
              </a:lnSpc>
            </a:pPr>
            <a:r>
              <a:rPr lang="en-IN" sz="2400" b="1" dirty="0"/>
              <a:t>Optimizer:</a:t>
            </a:r>
            <a:r>
              <a:rPr lang="en-IN" sz="2400" dirty="0"/>
              <a:t> Selected through Hyperparameter Tuning (Adam) </a:t>
            </a:r>
          </a:p>
          <a:p>
            <a:pPr lvl="0">
              <a:lnSpc>
                <a:spcPct val="150000"/>
              </a:lnSpc>
            </a:pPr>
            <a:r>
              <a:rPr lang="en-IN" sz="2400" b="1" dirty="0"/>
              <a:t>Loss Function:</a:t>
            </a:r>
            <a:r>
              <a:rPr lang="en-IN" sz="2400" dirty="0"/>
              <a:t> Binary Cross-Entropy </a:t>
            </a:r>
          </a:p>
          <a:p>
            <a:pPr lvl="0">
              <a:lnSpc>
                <a:spcPct val="150000"/>
              </a:lnSpc>
            </a:pPr>
            <a:r>
              <a:rPr lang="en-IN" sz="2400" b="1" dirty="0"/>
              <a:t>Evaluation Metrics:</a:t>
            </a:r>
            <a:r>
              <a:rPr lang="en-IN" sz="2400" dirty="0"/>
              <a:t> </a:t>
            </a:r>
          </a:p>
          <a:p>
            <a:pPr lvl="1">
              <a:lnSpc>
                <a:spcPct val="150000"/>
              </a:lnSpc>
            </a:pPr>
            <a:r>
              <a:rPr lang="en-IN" b="1" dirty="0"/>
              <a:t>Accuracy:</a:t>
            </a:r>
            <a:r>
              <a:rPr lang="en-IN" dirty="0"/>
              <a:t> Measures the overall percentage of correct predictions(</a:t>
            </a:r>
            <a:r>
              <a:rPr lang="en-IN" b="1" dirty="0"/>
              <a:t>80%)</a:t>
            </a:r>
          </a:p>
          <a:p>
            <a:pPr lvl="1">
              <a:lnSpc>
                <a:spcPct val="150000"/>
              </a:lnSpc>
            </a:pPr>
            <a:r>
              <a:rPr lang="en-IN" b="1" dirty="0"/>
              <a:t>Precision:</a:t>
            </a:r>
            <a:r>
              <a:rPr lang="en-IN" dirty="0"/>
              <a:t> Measures how many predicted admitted students were actually admitted(</a:t>
            </a:r>
            <a:r>
              <a:rPr lang="en-IN" b="1" dirty="0"/>
              <a:t>96%)</a:t>
            </a:r>
          </a:p>
          <a:p>
            <a:pPr lvl="1">
              <a:lnSpc>
                <a:spcPct val="150000"/>
              </a:lnSpc>
            </a:pPr>
            <a:r>
              <a:rPr lang="en-IN" b="1" dirty="0"/>
              <a:t>Recall:</a:t>
            </a:r>
            <a:r>
              <a:rPr lang="en-IN" dirty="0"/>
              <a:t> Measures how many actual admitted students were correctly identified by the model(</a:t>
            </a:r>
            <a:r>
              <a:rPr lang="en-IN" b="1" dirty="0"/>
              <a:t>80%)</a:t>
            </a:r>
          </a:p>
          <a:p>
            <a:pPr marL="0" indent="0">
              <a:lnSpc>
                <a:spcPct val="150000"/>
              </a:lnSpc>
              <a:buNone/>
            </a:pPr>
            <a:endParaRPr lang="en-IN" dirty="0"/>
          </a:p>
        </p:txBody>
      </p:sp>
      <p:pic>
        <p:nvPicPr>
          <p:cNvPr id="6" name="Picture 5">
            <a:extLst>
              <a:ext uri="{FF2B5EF4-FFF2-40B4-BE49-F238E27FC236}">
                <a16:creationId xmlns:a16="http://schemas.microsoft.com/office/drawing/2014/main" id="{4D971C50-766B-B42C-E781-4D83BA6D51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7281" y="6492207"/>
            <a:ext cx="2149026" cy="365792"/>
          </a:xfrm>
          <a:prstGeom prst="rect">
            <a:avLst/>
          </a:prstGeom>
        </p:spPr>
      </p:pic>
    </p:spTree>
    <p:extLst>
      <p:ext uri="{BB962C8B-B14F-4D97-AF65-F5344CB8AC3E}">
        <p14:creationId xmlns:p14="http://schemas.microsoft.com/office/powerpoint/2010/main" val="1631971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6E02-8473-A8B0-65CA-8D4DF21428A0}"/>
              </a:ext>
            </a:extLst>
          </p:cNvPr>
          <p:cNvSpPr>
            <a:spLocks noGrp="1"/>
          </p:cNvSpPr>
          <p:nvPr>
            <p:ph type="title"/>
          </p:nvPr>
        </p:nvSpPr>
        <p:spPr>
          <a:xfrm>
            <a:off x="838200" y="1"/>
            <a:ext cx="10515600" cy="681036"/>
          </a:xfrm>
        </p:spPr>
        <p:txBody>
          <a:bodyPr>
            <a:normAutofit/>
          </a:bodyPr>
          <a:lstStyle/>
          <a:p>
            <a:r>
              <a:rPr lang="en-IN" sz="4000" b="1" dirty="0">
                <a:solidFill>
                  <a:srgbClr val="C00000"/>
                </a:solidFill>
              </a:rPr>
              <a:t>Best Hyperparameters:</a:t>
            </a:r>
          </a:p>
        </p:txBody>
      </p:sp>
      <p:sp>
        <p:nvSpPr>
          <p:cNvPr id="3" name="Content Placeholder 2">
            <a:extLst>
              <a:ext uri="{FF2B5EF4-FFF2-40B4-BE49-F238E27FC236}">
                <a16:creationId xmlns:a16="http://schemas.microsoft.com/office/drawing/2014/main" id="{EBE0D160-586C-B453-D119-E973397AFA1B}"/>
              </a:ext>
            </a:extLst>
          </p:cNvPr>
          <p:cNvSpPr>
            <a:spLocks noGrp="1"/>
          </p:cNvSpPr>
          <p:nvPr>
            <p:ph idx="1"/>
          </p:nvPr>
        </p:nvSpPr>
        <p:spPr>
          <a:xfrm>
            <a:off x="838199" y="757083"/>
            <a:ext cx="3930445" cy="6064197"/>
          </a:xfrm>
        </p:spPr>
        <p:txBody>
          <a:bodyPr>
            <a:normAutofit/>
          </a:bodyPr>
          <a:lstStyle/>
          <a:p>
            <a:pPr lvl="0">
              <a:lnSpc>
                <a:spcPct val="100000"/>
              </a:lnSpc>
            </a:pPr>
            <a:r>
              <a:rPr lang="en-IN" sz="2400" b="1" dirty="0"/>
              <a:t>Number of Hidden Layers: 3</a:t>
            </a:r>
            <a:r>
              <a:rPr lang="en-IN" sz="2400" dirty="0"/>
              <a:t> </a:t>
            </a:r>
          </a:p>
          <a:p>
            <a:pPr lvl="0">
              <a:lnSpc>
                <a:spcPct val="100000"/>
              </a:lnSpc>
            </a:pPr>
            <a:r>
              <a:rPr lang="en-IN" sz="2400" b="1" dirty="0"/>
              <a:t>Learning Rate:</a:t>
            </a:r>
            <a:r>
              <a:rPr lang="en-IN" sz="2400" dirty="0"/>
              <a:t> 0.002589 </a:t>
            </a:r>
          </a:p>
          <a:p>
            <a:pPr lvl="0">
              <a:lnSpc>
                <a:spcPct val="100000"/>
              </a:lnSpc>
            </a:pPr>
            <a:r>
              <a:rPr lang="en-IN" sz="2400" b="1" dirty="0"/>
              <a:t>Batch Size:</a:t>
            </a:r>
            <a:r>
              <a:rPr lang="en-IN" sz="2400" dirty="0"/>
              <a:t> 64 </a:t>
            </a:r>
          </a:p>
          <a:p>
            <a:pPr lvl="0">
              <a:lnSpc>
                <a:spcPct val="100000"/>
              </a:lnSpc>
            </a:pPr>
            <a:r>
              <a:rPr lang="en-IN" sz="2400" b="1" dirty="0"/>
              <a:t>Activation Function:</a:t>
            </a:r>
            <a:r>
              <a:rPr lang="en-IN" sz="2400" dirty="0"/>
              <a:t> </a:t>
            </a:r>
            <a:r>
              <a:rPr lang="en-IN" sz="2400" dirty="0" err="1"/>
              <a:t>Relu</a:t>
            </a:r>
            <a:endParaRPr lang="en-IN" sz="2400" dirty="0"/>
          </a:p>
          <a:p>
            <a:pPr lvl="0">
              <a:lnSpc>
                <a:spcPct val="100000"/>
              </a:lnSpc>
            </a:pPr>
            <a:r>
              <a:rPr lang="en-IN" sz="2400" b="1" dirty="0"/>
              <a:t>Optimizer:</a:t>
            </a:r>
            <a:r>
              <a:rPr lang="en-IN" sz="2400" dirty="0"/>
              <a:t> Adam </a:t>
            </a:r>
          </a:p>
          <a:p>
            <a:pPr marL="0" indent="0">
              <a:lnSpc>
                <a:spcPct val="100000"/>
              </a:lnSpc>
              <a:buNone/>
            </a:pPr>
            <a:r>
              <a:rPr lang="en-IN" sz="2400" b="1" dirty="0"/>
              <a:t>Hidden Layer 1</a:t>
            </a:r>
          </a:p>
          <a:p>
            <a:pPr lvl="0">
              <a:lnSpc>
                <a:spcPct val="100000"/>
              </a:lnSpc>
            </a:pPr>
            <a:r>
              <a:rPr lang="en-IN" sz="2400" b="1" dirty="0"/>
              <a:t>Neurons:</a:t>
            </a:r>
            <a:r>
              <a:rPr lang="en-IN" sz="2400" dirty="0"/>
              <a:t> 256 </a:t>
            </a:r>
          </a:p>
          <a:p>
            <a:pPr lvl="0">
              <a:lnSpc>
                <a:spcPct val="100000"/>
              </a:lnSpc>
            </a:pPr>
            <a:r>
              <a:rPr lang="en-IN" sz="2400" b="1" dirty="0"/>
              <a:t>Dropout:</a:t>
            </a:r>
            <a:r>
              <a:rPr lang="en-IN" sz="2400" dirty="0"/>
              <a:t> 0.3225 </a:t>
            </a:r>
          </a:p>
          <a:p>
            <a:pPr lvl="0">
              <a:lnSpc>
                <a:spcPct val="100000"/>
              </a:lnSpc>
            </a:pPr>
            <a:r>
              <a:rPr lang="en-IN" sz="2400" b="1" dirty="0"/>
              <a:t>L2 Regularization:</a:t>
            </a:r>
            <a:r>
              <a:rPr lang="en-IN" sz="2400" dirty="0"/>
              <a:t> 0.0000177 </a:t>
            </a:r>
          </a:p>
          <a:p>
            <a:pPr marL="0" indent="0">
              <a:buNone/>
            </a:pPr>
            <a:endParaRPr lang="en-IN" sz="2400" dirty="0"/>
          </a:p>
        </p:txBody>
      </p:sp>
      <p:sp>
        <p:nvSpPr>
          <p:cNvPr id="6" name="TextBox 5">
            <a:extLst>
              <a:ext uri="{FF2B5EF4-FFF2-40B4-BE49-F238E27FC236}">
                <a16:creationId xmlns:a16="http://schemas.microsoft.com/office/drawing/2014/main" id="{59E3825C-42C5-B88F-0B64-627D5BE04B7E}"/>
              </a:ext>
            </a:extLst>
          </p:cNvPr>
          <p:cNvSpPr txBox="1"/>
          <p:nvPr/>
        </p:nvSpPr>
        <p:spPr>
          <a:xfrm>
            <a:off x="5486399" y="838352"/>
            <a:ext cx="6243485" cy="5450851"/>
          </a:xfrm>
          <a:prstGeom prst="rect">
            <a:avLst/>
          </a:prstGeom>
          <a:noFill/>
        </p:spPr>
        <p:txBody>
          <a:bodyPr wrap="square" rtlCol="0">
            <a:spAutoFit/>
          </a:bodyPr>
          <a:lstStyle/>
          <a:p>
            <a:pPr>
              <a:lnSpc>
                <a:spcPct val="150000"/>
              </a:lnSpc>
            </a:pPr>
            <a:r>
              <a:rPr lang="en-IN" sz="2400" b="1" dirty="0"/>
              <a:t>Hidden Layer 2</a:t>
            </a:r>
          </a:p>
          <a:p>
            <a:pPr marL="285750" lvl="0" indent="-285750">
              <a:lnSpc>
                <a:spcPct val="150000"/>
              </a:lnSpc>
              <a:buFont typeface="Arial" panose="020B0604020202020204" pitchFamily="34" charset="0"/>
              <a:buChar char="•"/>
            </a:pPr>
            <a:r>
              <a:rPr lang="en-IN" sz="2400" b="1" dirty="0"/>
              <a:t>Neurons:</a:t>
            </a:r>
            <a:r>
              <a:rPr lang="en-IN" sz="2400" dirty="0"/>
              <a:t> 64 </a:t>
            </a:r>
          </a:p>
          <a:p>
            <a:pPr marL="285750" lvl="0" indent="-285750">
              <a:lnSpc>
                <a:spcPct val="150000"/>
              </a:lnSpc>
              <a:buFont typeface="Arial" panose="020B0604020202020204" pitchFamily="34" charset="0"/>
              <a:buChar char="•"/>
            </a:pPr>
            <a:r>
              <a:rPr lang="en-IN" sz="2400" b="1" dirty="0"/>
              <a:t>Dropout:</a:t>
            </a:r>
            <a:r>
              <a:rPr lang="en-IN" sz="2400" dirty="0"/>
              <a:t> 0.1350 </a:t>
            </a:r>
          </a:p>
          <a:p>
            <a:pPr marL="285750" lvl="0" indent="-285750">
              <a:lnSpc>
                <a:spcPct val="150000"/>
              </a:lnSpc>
              <a:buFont typeface="Arial" panose="020B0604020202020204" pitchFamily="34" charset="0"/>
              <a:buChar char="•"/>
            </a:pPr>
            <a:r>
              <a:rPr lang="en-IN" sz="2400" b="1" dirty="0"/>
              <a:t>L2 Regularization:</a:t>
            </a:r>
            <a:r>
              <a:rPr lang="en-IN" sz="2400" dirty="0"/>
              <a:t> 0.003884 </a:t>
            </a:r>
          </a:p>
          <a:p>
            <a:pPr>
              <a:lnSpc>
                <a:spcPct val="150000"/>
              </a:lnSpc>
            </a:pPr>
            <a:r>
              <a:rPr lang="en-IN" sz="2400" b="1" dirty="0"/>
              <a:t>Hidden Layer 3</a:t>
            </a:r>
          </a:p>
          <a:p>
            <a:pPr marL="285750" lvl="0" indent="-285750">
              <a:lnSpc>
                <a:spcPct val="150000"/>
              </a:lnSpc>
              <a:buFont typeface="Arial" panose="020B0604020202020204" pitchFamily="34" charset="0"/>
              <a:buChar char="•"/>
            </a:pPr>
            <a:r>
              <a:rPr lang="en-IN" sz="2400" b="1" dirty="0"/>
              <a:t>Neurons:</a:t>
            </a:r>
            <a:r>
              <a:rPr lang="en-IN" sz="2400" dirty="0"/>
              <a:t> 16 </a:t>
            </a:r>
          </a:p>
          <a:p>
            <a:pPr marL="285750" lvl="0" indent="-285750">
              <a:lnSpc>
                <a:spcPct val="150000"/>
              </a:lnSpc>
              <a:buFont typeface="Arial" panose="020B0604020202020204" pitchFamily="34" charset="0"/>
              <a:buChar char="•"/>
            </a:pPr>
            <a:r>
              <a:rPr lang="en-IN" sz="2400" b="1" dirty="0"/>
              <a:t>Dropout:</a:t>
            </a:r>
            <a:r>
              <a:rPr lang="en-IN" sz="2400" dirty="0"/>
              <a:t> 0.3472 </a:t>
            </a:r>
          </a:p>
          <a:p>
            <a:pPr marL="285750" lvl="0" indent="-285750">
              <a:lnSpc>
                <a:spcPct val="150000"/>
              </a:lnSpc>
              <a:buFont typeface="Arial" panose="020B0604020202020204" pitchFamily="34" charset="0"/>
              <a:buChar char="•"/>
            </a:pPr>
            <a:r>
              <a:rPr lang="en-IN" sz="2400" b="1" dirty="0"/>
              <a:t>L2 Regularization:</a:t>
            </a:r>
            <a:r>
              <a:rPr lang="en-IN" sz="2400" dirty="0"/>
              <a:t> 0.0006567 </a:t>
            </a:r>
          </a:p>
          <a:p>
            <a:pPr marL="285750" indent="-285750">
              <a:lnSpc>
                <a:spcPct val="150000"/>
              </a:lnSpc>
              <a:buFont typeface="Arial" panose="020B0604020202020204" pitchFamily="34" charset="0"/>
              <a:buChar char="•"/>
            </a:pPr>
            <a:r>
              <a:rPr lang="en-IN" sz="2400" b="1" dirty="0"/>
              <a:t>Best Validation Accuracy:</a:t>
            </a:r>
            <a:r>
              <a:rPr lang="en-IN" sz="2400" dirty="0"/>
              <a:t> </a:t>
            </a:r>
            <a:r>
              <a:rPr lang="en-IN" sz="2400" b="1" dirty="0"/>
              <a:t>81.12%</a:t>
            </a:r>
            <a:endParaRPr lang="en-IN" sz="2400" dirty="0"/>
          </a:p>
          <a:p>
            <a:pPr>
              <a:lnSpc>
                <a:spcPct val="150000"/>
              </a:lnSpc>
            </a:pPr>
            <a:endParaRPr lang="en-IN" dirty="0"/>
          </a:p>
        </p:txBody>
      </p:sp>
      <p:pic>
        <p:nvPicPr>
          <p:cNvPr id="8" name="Picture 7">
            <a:extLst>
              <a:ext uri="{FF2B5EF4-FFF2-40B4-BE49-F238E27FC236}">
                <a16:creationId xmlns:a16="http://schemas.microsoft.com/office/drawing/2014/main" id="{3C183980-BD7D-E1DB-E09A-51BE802BEB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2974" y="6443198"/>
            <a:ext cx="2149026" cy="365792"/>
          </a:xfrm>
          <a:prstGeom prst="rect">
            <a:avLst/>
          </a:prstGeom>
        </p:spPr>
      </p:pic>
    </p:spTree>
    <p:extLst>
      <p:ext uri="{BB962C8B-B14F-4D97-AF65-F5344CB8AC3E}">
        <p14:creationId xmlns:p14="http://schemas.microsoft.com/office/powerpoint/2010/main" val="2759785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0E9F2F-2C17-A92C-9EF2-7BE88499C7AB}"/>
              </a:ext>
            </a:extLst>
          </p:cNvPr>
          <p:cNvPicPr>
            <a:picLocks noChangeAspect="1"/>
          </p:cNvPicPr>
          <p:nvPr/>
        </p:nvPicPr>
        <p:blipFill>
          <a:blip r:embed="rId2"/>
          <a:stretch>
            <a:fillRect/>
          </a:stretch>
        </p:blipFill>
        <p:spPr>
          <a:xfrm>
            <a:off x="1" y="0"/>
            <a:ext cx="12192000" cy="6857999"/>
          </a:xfrm>
          <a:prstGeom prst="rect">
            <a:avLst/>
          </a:prstGeom>
        </p:spPr>
      </p:pic>
      <p:pic>
        <p:nvPicPr>
          <p:cNvPr id="3" name="Picture 2">
            <a:extLst>
              <a:ext uri="{FF2B5EF4-FFF2-40B4-BE49-F238E27FC236}">
                <a16:creationId xmlns:a16="http://schemas.microsoft.com/office/drawing/2014/main" id="{331F68E9-0516-49A1-5A5B-8E2E02486E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58958" y="6392427"/>
            <a:ext cx="2149026" cy="365792"/>
          </a:xfrm>
          <a:prstGeom prst="rect">
            <a:avLst/>
          </a:prstGeom>
        </p:spPr>
      </p:pic>
    </p:spTree>
    <p:extLst>
      <p:ext uri="{BB962C8B-B14F-4D97-AF65-F5344CB8AC3E}">
        <p14:creationId xmlns:p14="http://schemas.microsoft.com/office/powerpoint/2010/main" val="3265957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9BAFD-3105-46CC-71A4-8EC2D972ADAB}"/>
              </a:ext>
            </a:extLst>
          </p:cNvPr>
          <p:cNvSpPr>
            <a:spLocks noGrp="1"/>
          </p:cNvSpPr>
          <p:nvPr>
            <p:ph type="title"/>
          </p:nvPr>
        </p:nvSpPr>
        <p:spPr>
          <a:xfrm>
            <a:off x="838200" y="78659"/>
            <a:ext cx="10515600" cy="602378"/>
          </a:xfrm>
        </p:spPr>
        <p:txBody>
          <a:bodyPr>
            <a:normAutofit fontScale="90000"/>
          </a:bodyPr>
          <a:lstStyle/>
          <a:p>
            <a:r>
              <a:rPr lang="en-IN" b="1" dirty="0">
                <a:solidFill>
                  <a:srgbClr val="C00000"/>
                </a:solidFill>
              </a:rPr>
              <a:t>Model Deployment</a:t>
            </a:r>
          </a:p>
        </p:txBody>
      </p:sp>
      <p:sp>
        <p:nvSpPr>
          <p:cNvPr id="3" name="Content Placeholder 2">
            <a:extLst>
              <a:ext uri="{FF2B5EF4-FFF2-40B4-BE49-F238E27FC236}">
                <a16:creationId xmlns:a16="http://schemas.microsoft.com/office/drawing/2014/main" id="{81FD8803-AA1D-5157-FB1B-788B14ED4FB2}"/>
              </a:ext>
            </a:extLst>
          </p:cNvPr>
          <p:cNvSpPr>
            <a:spLocks noGrp="1"/>
          </p:cNvSpPr>
          <p:nvPr>
            <p:ph idx="1"/>
          </p:nvPr>
        </p:nvSpPr>
        <p:spPr>
          <a:xfrm>
            <a:off x="838200" y="1415845"/>
            <a:ext cx="5572432" cy="5363495"/>
          </a:xfrm>
        </p:spPr>
        <p:txBody>
          <a:bodyPr>
            <a:normAutofit/>
          </a:bodyPr>
          <a:lstStyle/>
          <a:p>
            <a:pPr lvl="0"/>
            <a:r>
              <a:rPr lang="en-IN" sz="2400" dirty="0"/>
              <a:t>Developed an interactive web application using </a:t>
            </a:r>
            <a:r>
              <a:rPr lang="en-IN" sz="2400" b="1" dirty="0" err="1"/>
              <a:t>Streamlit</a:t>
            </a:r>
            <a:r>
              <a:rPr lang="en-IN" sz="2400" dirty="0"/>
              <a:t>. </a:t>
            </a:r>
          </a:p>
          <a:p>
            <a:pPr lvl="0"/>
            <a:r>
              <a:rPr lang="en-IN" sz="2400" dirty="0"/>
              <a:t>Designed a user-friendly interface to collect student details.  </a:t>
            </a:r>
          </a:p>
          <a:p>
            <a:pPr lvl="0"/>
            <a:r>
              <a:rPr lang="en-IN" sz="2400" dirty="0"/>
              <a:t>Enabled real-time predictions without requiring programming knowledge. </a:t>
            </a:r>
          </a:p>
          <a:p>
            <a:pPr lvl="0"/>
            <a:r>
              <a:rPr lang="en-IN" sz="2400" dirty="0"/>
              <a:t>Simplified the admission prediction process through an easy-to-use web interface. </a:t>
            </a:r>
          </a:p>
          <a:p>
            <a:pPr lvl="0"/>
            <a:r>
              <a:rPr lang="en-IN" sz="2400" dirty="0"/>
              <a:t>Makes the admission prediction process </a:t>
            </a:r>
            <a:r>
              <a:rPr lang="en-IN" sz="2400" b="1" dirty="0"/>
              <a:t>fast, simple, and accessible</a:t>
            </a:r>
            <a:r>
              <a:rPr lang="en-IN" sz="2400" dirty="0"/>
              <a:t>.</a:t>
            </a:r>
          </a:p>
          <a:p>
            <a:pPr lvl="0"/>
            <a:r>
              <a:rPr lang="en-IN" sz="2400" dirty="0"/>
              <a:t>The application can be deployed on </a:t>
            </a:r>
            <a:r>
              <a:rPr lang="en-IN" sz="2400" b="1" dirty="0" err="1"/>
              <a:t>Streamlit</a:t>
            </a:r>
            <a:r>
              <a:rPr lang="en-IN" sz="2400" b="1" dirty="0"/>
              <a:t> Community Cloud</a:t>
            </a:r>
            <a:r>
              <a:rPr lang="en-IN" sz="2400" dirty="0"/>
              <a:t> </a:t>
            </a:r>
          </a:p>
          <a:p>
            <a:pPr marL="0" indent="0">
              <a:buNone/>
            </a:pPr>
            <a:endParaRPr lang="en-IN" dirty="0"/>
          </a:p>
        </p:txBody>
      </p:sp>
      <p:pic>
        <p:nvPicPr>
          <p:cNvPr id="5" name="Picture 4">
            <a:extLst>
              <a:ext uri="{FF2B5EF4-FFF2-40B4-BE49-F238E27FC236}">
                <a16:creationId xmlns:a16="http://schemas.microsoft.com/office/drawing/2014/main" id="{EB185034-C9E6-1D9A-5087-CE0136995B96}"/>
              </a:ext>
            </a:extLst>
          </p:cNvPr>
          <p:cNvPicPr>
            <a:picLocks noChangeAspect="1"/>
          </p:cNvPicPr>
          <p:nvPr/>
        </p:nvPicPr>
        <p:blipFill>
          <a:blip r:embed="rId2"/>
          <a:stretch>
            <a:fillRect/>
          </a:stretch>
        </p:blipFill>
        <p:spPr>
          <a:xfrm>
            <a:off x="6518786" y="816077"/>
            <a:ext cx="5572432" cy="6041922"/>
          </a:xfrm>
          <a:prstGeom prst="rect">
            <a:avLst/>
          </a:prstGeom>
        </p:spPr>
      </p:pic>
      <p:pic>
        <p:nvPicPr>
          <p:cNvPr id="7" name="Picture 6">
            <a:extLst>
              <a:ext uri="{FF2B5EF4-FFF2-40B4-BE49-F238E27FC236}">
                <a16:creationId xmlns:a16="http://schemas.microsoft.com/office/drawing/2014/main" id="{B5FC5BB4-005F-1175-943C-CD538CC45D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42974" y="6492207"/>
            <a:ext cx="2149026" cy="365792"/>
          </a:xfrm>
          <a:prstGeom prst="rect">
            <a:avLst/>
          </a:prstGeom>
        </p:spPr>
      </p:pic>
    </p:spTree>
    <p:extLst>
      <p:ext uri="{BB962C8B-B14F-4D97-AF65-F5344CB8AC3E}">
        <p14:creationId xmlns:p14="http://schemas.microsoft.com/office/powerpoint/2010/main" val="203259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AAB4-F7DC-EEFA-A285-AE2FA8509A12}"/>
              </a:ext>
            </a:extLst>
          </p:cNvPr>
          <p:cNvSpPr>
            <a:spLocks noGrp="1"/>
          </p:cNvSpPr>
          <p:nvPr>
            <p:ph type="title"/>
          </p:nvPr>
        </p:nvSpPr>
        <p:spPr>
          <a:xfrm>
            <a:off x="838200" y="117987"/>
            <a:ext cx="10515600" cy="817195"/>
          </a:xfrm>
        </p:spPr>
        <p:txBody>
          <a:bodyPr>
            <a:normAutofit/>
          </a:bodyPr>
          <a:lstStyle/>
          <a:p>
            <a:pPr algn="ctr"/>
            <a:r>
              <a:rPr lang="en-IN" b="1" dirty="0">
                <a:solidFill>
                  <a:srgbClr val="C00000"/>
                </a:solidFill>
              </a:rPr>
              <a:t>Challenges</a:t>
            </a:r>
          </a:p>
        </p:txBody>
      </p:sp>
      <p:sp>
        <p:nvSpPr>
          <p:cNvPr id="3" name="Content Placeholder 2">
            <a:extLst>
              <a:ext uri="{FF2B5EF4-FFF2-40B4-BE49-F238E27FC236}">
                <a16:creationId xmlns:a16="http://schemas.microsoft.com/office/drawing/2014/main" id="{F037C6D0-0BA7-38B6-4D09-F5C52DAAA6D1}"/>
              </a:ext>
            </a:extLst>
          </p:cNvPr>
          <p:cNvSpPr>
            <a:spLocks noGrp="1"/>
          </p:cNvSpPr>
          <p:nvPr>
            <p:ph idx="1"/>
          </p:nvPr>
        </p:nvSpPr>
        <p:spPr>
          <a:xfrm>
            <a:off x="838200" y="1396181"/>
            <a:ext cx="10515600" cy="4780782"/>
          </a:xfrm>
        </p:spPr>
        <p:txBody>
          <a:bodyPr/>
          <a:lstStyle/>
          <a:p>
            <a:pPr lvl="0"/>
            <a:r>
              <a:rPr lang="en-IN" sz="2400" dirty="0"/>
              <a:t> </a:t>
            </a:r>
            <a:r>
              <a:rPr lang="en-IN" sz="2400" b="1" dirty="0"/>
              <a:t>Large dataset  increased training time.</a:t>
            </a:r>
          </a:p>
          <a:p>
            <a:pPr marL="0" lvl="0" indent="0">
              <a:buNone/>
            </a:pPr>
            <a:r>
              <a:rPr lang="en-IN" sz="2400" b="1" dirty="0"/>
              <a:t>    Solution</a:t>
            </a:r>
            <a:r>
              <a:rPr lang="en-IN" sz="2400" dirty="0"/>
              <a:t>:   Used batch training and optimized the ANN model.</a:t>
            </a:r>
          </a:p>
          <a:p>
            <a:pPr lvl="0"/>
            <a:r>
              <a:rPr lang="en-IN" sz="2400" dirty="0"/>
              <a:t> </a:t>
            </a:r>
            <a:r>
              <a:rPr lang="en-IN" sz="2400" b="1" dirty="0"/>
              <a:t>Model started overfitting after several epochs.</a:t>
            </a:r>
          </a:p>
          <a:p>
            <a:pPr marL="0" lvl="0" indent="0">
              <a:buNone/>
            </a:pPr>
            <a:r>
              <a:rPr lang="en-IN" sz="2400" b="1" dirty="0"/>
              <a:t>    Solution</a:t>
            </a:r>
            <a:r>
              <a:rPr lang="en-IN" sz="2400" dirty="0"/>
              <a:t>:   Applied Dropout, L2 Regularization, and Early Stopping,  </a:t>
            </a:r>
          </a:p>
          <a:p>
            <a:pPr marL="0" lvl="0" indent="0">
              <a:buNone/>
            </a:pPr>
            <a:r>
              <a:rPr lang="en-IN" sz="2400" dirty="0"/>
              <a:t>    </a:t>
            </a:r>
            <a:r>
              <a:rPr lang="en-IN" sz="2400" dirty="0" err="1"/>
              <a:t>Batch_Normalization</a:t>
            </a:r>
            <a:r>
              <a:rPr lang="en-IN" sz="2400" dirty="0"/>
              <a:t>.</a:t>
            </a:r>
          </a:p>
          <a:p>
            <a:pPr lvl="0"/>
            <a:r>
              <a:rPr lang="en-IN" sz="2400" b="1" dirty="0"/>
              <a:t> Imbalanced dataset (more admitted students than non-admitted students).</a:t>
            </a:r>
          </a:p>
          <a:p>
            <a:pPr marL="0" indent="0">
              <a:buNone/>
            </a:pPr>
            <a:r>
              <a:rPr lang="en-IN" sz="2400" b="1" dirty="0"/>
              <a:t>    Solution</a:t>
            </a:r>
            <a:r>
              <a:rPr lang="en-IN" sz="2400" dirty="0"/>
              <a:t>:   Applied Class Weights during model training to give higher </a:t>
            </a:r>
          </a:p>
          <a:p>
            <a:pPr marL="0" indent="0">
              <a:buNone/>
            </a:pPr>
            <a:r>
              <a:rPr lang="en-IN" sz="2400" dirty="0"/>
              <a:t>    importance to the minority class</a:t>
            </a:r>
            <a:r>
              <a:rPr lang="en-IN" dirty="0"/>
              <a:t>.</a:t>
            </a:r>
          </a:p>
          <a:p>
            <a:pPr marL="0" indent="0">
              <a:buNone/>
            </a:pPr>
            <a:endParaRPr lang="en-IN" dirty="0"/>
          </a:p>
        </p:txBody>
      </p:sp>
      <p:pic>
        <p:nvPicPr>
          <p:cNvPr id="6" name="Picture 5">
            <a:extLst>
              <a:ext uri="{FF2B5EF4-FFF2-40B4-BE49-F238E27FC236}">
                <a16:creationId xmlns:a16="http://schemas.microsoft.com/office/drawing/2014/main" id="{6E389EDB-7C5D-F0C2-7498-99A6EB7AA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2974" y="6450421"/>
            <a:ext cx="2149026" cy="365792"/>
          </a:xfrm>
          <a:prstGeom prst="rect">
            <a:avLst/>
          </a:prstGeom>
        </p:spPr>
      </p:pic>
    </p:spTree>
    <p:extLst>
      <p:ext uri="{BB962C8B-B14F-4D97-AF65-F5344CB8AC3E}">
        <p14:creationId xmlns:p14="http://schemas.microsoft.com/office/powerpoint/2010/main" val="2187173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DE8E5-A912-BB3D-1CF8-EEA425D461F0}"/>
              </a:ext>
            </a:extLst>
          </p:cNvPr>
          <p:cNvSpPr>
            <a:spLocks noGrp="1"/>
          </p:cNvSpPr>
          <p:nvPr>
            <p:ph type="title"/>
          </p:nvPr>
        </p:nvSpPr>
        <p:spPr>
          <a:xfrm>
            <a:off x="838200" y="78658"/>
            <a:ext cx="10515600" cy="727588"/>
          </a:xfrm>
        </p:spPr>
        <p:txBody>
          <a:bodyPr>
            <a:normAutofit/>
          </a:bodyPr>
          <a:lstStyle/>
          <a:p>
            <a:pPr algn="ctr"/>
            <a:r>
              <a:rPr lang="en-US" sz="4000" b="1" dirty="0">
                <a:solidFill>
                  <a:srgbClr val="C00000"/>
                </a:solidFill>
                <a:latin typeface="+mn-lt"/>
              </a:rPr>
              <a:t>Final Key Insights </a:t>
            </a:r>
            <a:endParaRPr lang="en-IN" sz="4000" b="1" dirty="0">
              <a:solidFill>
                <a:srgbClr val="C00000"/>
              </a:solidFill>
              <a:latin typeface="+mn-lt"/>
            </a:endParaRPr>
          </a:p>
        </p:txBody>
      </p:sp>
      <p:sp>
        <p:nvSpPr>
          <p:cNvPr id="3" name="Content Placeholder 2">
            <a:extLst>
              <a:ext uri="{FF2B5EF4-FFF2-40B4-BE49-F238E27FC236}">
                <a16:creationId xmlns:a16="http://schemas.microsoft.com/office/drawing/2014/main" id="{FC3079B9-B624-1BB7-7A7E-2FFCF918F5D2}"/>
              </a:ext>
            </a:extLst>
          </p:cNvPr>
          <p:cNvSpPr>
            <a:spLocks noGrp="1"/>
          </p:cNvSpPr>
          <p:nvPr>
            <p:ph idx="1"/>
          </p:nvPr>
        </p:nvSpPr>
        <p:spPr>
          <a:xfrm>
            <a:off x="838200" y="973395"/>
            <a:ext cx="10515600" cy="5203568"/>
          </a:xfrm>
        </p:spPr>
        <p:txBody>
          <a:bodyPr>
            <a:normAutofit/>
          </a:bodyPr>
          <a:lstStyle/>
          <a:p>
            <a:pPr lvl="0"/>
            <a:r>
              <a:rPr lang="en-IN" sz="2400" b="1" dirty="0"/>
              <a:t>Academic performance</a:t>
            </a:r>
            <a:r>
              <a:rPr lang="en-IN" sz="2400" dirty="0"/>
              <a:t> such as GPA, SAT, and ACT scores is an important factor in predicting admission. </a:t>
            </a:r>
          </a:p>
          <a:p>
            <a:pPr lvl="0"/>
            <a:r>
              <a:rPr lang="en-IN" sz="2400" b="1" dirty="0"/>
              <a:t>Essay, recommendation, and interview scores</a:t>
            </a:r>
            <a:r>
              <a:rPr lang="en-IN" sz="2400" dirty="0"/>
              <a:t> help evaluate the student's overall profile. </a:t>
            </a:r>
          </a:p>
          <a:p>
            <a:pPr lvl="0"/>
            <a:r>
              <a:rPr lang="en-IN" sz="2400" b="1" dirty="0"/>
              <a:t>Extracurricular activities, leadership, volunteering, and certifications</a:t>
            </a:r>
            <a:r>
              <a:rPr lang="en-IN" sz="2400" dirty="0"/>
              <a:t> provide additional information about student potential. </a:t>
            </a:r>
          </a:p>
          <a:p>
            <a:pPr lvl="0"/>
            <a:r>
              <a:rPr lang="en-IN" sz="2400" dirty="0"/>
              <a:t>The ANN model can help identify students who are </a:t>
            </a:r>
            <a:r>
              <a:rPr lang="en-IN" sz="2400" b="1" dirty="0"/>
              <a:t>more likely to be admitted</a:t>
            </a:r>
            <a:r>
              <a:rPr lang="en-IN" sz="2400" dirty="0"/>
              <a:t> based on their overall profile. </a:t>
            </a:r>
          </a:p>
          <a:p>
            <a:pPr lvl="0"/>
            <a:r>
              <a:rPr lang="en-IN" sz="2400" b="1" dirty="0"/>
              <a:t>Class imbalance </a:t>
            </a:r>
            <a:r>
              <a:rPr lang="en-IN" sz="2400" dirty="0"/>
              <a:t>was handled using class weights, helping the model consider both admission classes during training. </a:t>
            </a:r>
          </a:p>
          <a:p>
            <a:pPr lvl="0"/>
            <a:r>
              <a:rPr lang="en-IN" sz="2400" dirty="0"/>
              <a:t>The model was optimized using </a:t>
            </a:r>
            <a:r>
              <a:rPr lang="en-IN" sz="2400" b="1" dirty="0" err="1"/>
              <a:t>Optuna</a:t>
            </a:r>
            <a:r>
              <a:rPr lang="en-IN" sz="2400" dirty="0"/>
              <a:t>, achieving a best validation accuracy. </a:t>
            </a:r>
          </a:p>
          <a:p>
            <a:pPr lvl="0"/>
            <a:r>
              <a:rPr lang="en-IN" sz="2400" dirty="0"/>
              <a:t>The </a:t>
            </a:r>
            <a:r>
              <a:rPr lang="en-IN" sz="2400" dirty="0" err="1"/>
              <a:t>Streamlit</a:t>
            </a:r>
            <a:r>
              <a:rPr lang="en-IN" sz="2400" dirty="0"/>
              <a:t> application provides </a:t>
            </a:r>
            <a:r>
              <a:rPr lang="en-IN" sz="2400" b="1" dirty="0"/>
              <a:t>quick, real-time admission predictions</a:t>
            </a:r>
            <a:r>
              <a:rPr lang="en-IN" sz="2400" dirty="0"/>
              <a:t>. </a:t>
            </a:r>
          </a:p>
          <a:p>
            <a:pPr marL="0" indent="0">
              <a:buNone/>
            </a:pPr>
            <a:endParaRPr lang="en-IN" sz="2400" dirty="0"/>
          </a:p>
        </p:txBody>
      </p:sp>
      <p:pic>
        <p:nvPicPr>
          <p:cNvPr id="5" name="Picture 4">
            <a:extLst>
              <a:ext uri="{FF2B5EF4-FFF2-40B4-BE49-F238E27FC236}">
                <a16:creationId xmlns:a16="http://schemas.microsoft.com/office/drawing/2014/main" id="{DA7BCBED-72B3-18EC-8345-255448A175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7281" y="6479918"/>
            <a:ext cx="2149026" cy="365792"/>
          </a:xfrm>
          <a:prstGeom prst="rect">
            <a:avLst/>
          </a:prstGeom>
        </p:spPr>
      </p:pic>
    </p:spTree>
    <p:extLst>
      <p:ext uri="{BB962C8B-B14F-4D97-AF65-F5344CB8AC3E}">
        <p14:creationId xmlns:p14="http://schemas.microsoft.com/office/powerpoint/2010/main" val="2213192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AAFA6-A945-7481-312D-1FC2797968C3}"/>
              </a:ext>
            </a:extLst>
          </p:cNvPr>
          <p:cNvSpPr>
            <a:spLocks noGrp="1"/>
          </p:cNvSpPr>
          <p:nvPr>
            <p:ph type="title"/>
          </p:nvPr>
        </p:nvSpPr>
        <p:spPr>
          <a:xfrm>
            <a:off x="838200" y="365125"/>
            <a:ext cx="10515600" cy="696759"/>
          </a:xfrm>
        </p:spPr>
        <p:txBody>
          <a:bodyPr/>
          <a:lstStyle/>
          <a:p>
            <a:pPr algn="ctr"/>
            <a:r>
              <a:rPr lang="en-US" b="1" dirty="0">
                <a:solidFill>
                  <a:srgbClr val="C00000"/>
                </a:solidFill>
              </a:rPr>
              <a:t>Recommendations</a:t>
            </a:r>
            <a:endParaRPr lang="en-IN" b="1" dirty="0">
              <a:solidFill>
                <a:srgbClr val="C00000"/>
              </a:solidFill>
            </a:endParaRPr>
          </a:p>
        </p:txBody>
      </p:sp>
      <p:sp>
        <p:nvSpPr>
          <p:cNvPr id="3" name="Content Placeholder 2">
            <a:extLst>
              <a:ext uri="{FF2B5EF4-FFF2-40B4-BE49-F238E27FC236}">
                <a16:creationId xmlns:a16="http://schemas.microsoft.com/office/drawing/2014/main" id="{2FFD77F7-EAB7-CF2B-5B96-E084CFEF03C6}"/>
              </a:ext>
            </a:extLst>
          </p:cNvPr>
          <p:cNvSpPr>
            <a:spLocks noGrp="1"/>
          </p:cNvSpPr>
          <p:nvPr>
            <p:ph idx="1"/>
          </p:nvPr>
        </p:nvSpPr>
        <p:spPr>
          <a:xfrm>
            <a:off x="838200" y="1504335"/>
            <a:ext cx="10515600" cy="4672628"/>
          </a:xfrm>
        </p:spPr>
        <p:txBody>
          <a:bodyPr/>
          <a:lstStyle/>
          <a:p>
            <a:pPr lvl="0"/>
            <a:r>
              <a:rPr lang="en-IN" sz="2400" dirty="0"/>
              <a:t>Collect additional features such as awards, internships, and research experience to improve prediction accuracy. </a:t>
            </a:r>
          </a:p>
          <a:p>
            <a:pPr lvl="0"/>
            <a:r>
              <a:rPr lang="en-IN" sz="2400" dirty="0"/>
              <a:t>Periodically retrain the model using new admission data. </a:t>
            </a:r>
          </a:p>
          <a:p>
            <a:pPr lvl="0"/>
            <a:r>
              <a:rPr lang="en-IN" sz="2400" dirty="0"/>
              <a:t>Apply feature selection to remove less important variables. </a:t>
            </a:r>
          </a:p>
          <a:p>
            <a:pPr lvl="0"/>
            <a:r>
              <a:rPr lang="en-IN" sz="2400" dirty="0"/>
              <a:t>Experiment with advanced deep learning architectures and ensemble models. </a:t>
            </a:r>
          </a:p>
          <a:p>
            <a:pPr lvl="0"/>
            <a:r>
              <a:rPr lang="en-IN" sz="2400" dirty="0"/>
              <a:t>Integrate the model into the college admission portal for automated application screening.</a:t>
            </a:r>
          </a:p>
          <a:p>
            <a:endParaRPr lang="en-IN" dirty="0"/>
          </a:p>
        </p:txBody>
      </p:sp>
      <p:pic>
        <p:nvPicPr>
          <p:cNvPr id="5" name="Picture 4">
            <a:extLst>
              <a:ext uri="{FF2B5EF4-FFF2-40B4-BE49-F238E27FC236}">
                <a16:creationId xmlns:a16="http://schemas.microsoft.com/office/drawing/2014/main" id="{36B2D090-2710-2B8A-885F-F18532DE6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2974" y="6436518"/>
            <a:ext cx="2149026" cy="365792"/>
          </a:xfrm>
          <a:prstGeom prst="rect">
            <a:avLst/>
          </a:prstGeom>
        </p:spPr>
      </p:pic>
    </p:spTree>
    <p:extLst>
      <p:ext uri="{BB962C8B-B14F-4D97-AF65-F5344CB8AC3E}">
        <p14:creationId xmlns:p14="http://schemas.microsoft.com/office/powerpoint/2010/main" val="2935407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74F39-DEB1-8489-B167-8EDCE728CDD4}"/>
              </a:ext>
            </a:extLst>
          </p:cNvPr>
          <p:cNvSpPr>
            <a:spLocks noGrp="1"/>
          </p:cNvSpPr>
          <p:nvPr>
            <p:ph type="title"/>
          </p:nvPr>
        </p:nvSpPr>
        <p:spPr>
          <a:xfrm>
            <a:off x="838200" y="0"/>
            <a:ext cx="10515600" cy="865239"/>
          </a:xfrm>
        </p:spPr>
        <p:txBody>
          <a:bodyPr/>
          <a:lstStyle/>
          <a:p>
            <a:pPr algn="ctr"/>
            <a:r>
              <a:rPr lang="en-US" b="1" dirty="0">
                <a:solidFill>
                  <a:srgbClr val="C00000"/>
                </a:solidFill>
              </a:rPr>
              <a:t>Conclusion</a:t>
            </a:r>
            <a:endParaRPr lang="en-IN" b="1" dirty="0">
              <a:solidFill>
                <a:srgbClr val="C00000"/>
              </a:solidFill>
            </a:endParaRPr>
          </a:p>
        </p:txBody>
      </p:sp>
      <p:sp>
        <p:nvSpPr>
          <p:cNvPr id="3" name="Content Placeholder 2">
            <a:extLst>
              <a:ext uri="{FF2B5EF4-FFF2-40B4-BE49-F238E27FC236}">
                <a16:creationId xmlns:a16="http://schemas.microsoft.com/office/drawing/2014/main" id="{546913C8-0652-5C05-A890-B4C96A91C256}"/>
              </a:ext>
            </a:extLst>
          </p:cNvPr>
          <p:cNvSpPr>
            <a:spLocks noGrp="1"/>
          </p:cNvSpPr>
          <p:nvPr>
            <p:ph idx="1"/>
          </p:nvPr>
        </p:nvSpPr>
        <p:spPr>
          <a:xfrm>
            <a:off x="838200" y="1189703"/>
            <a:ext cx="10515600" cy="4987260"/>
          </a:xfrm>
        </p:spPr>
        <p:txBody>
          <a:bodyPr>
            <a:normAutofit/>
          </a:bodyPr>
          <a:lstStyle/>
          <a:p>
            <a:pPr lvl="0"/>
            <a:r>
              <a:rPr lang="en-IN" sz="2400" dirty="0"/>
              <a:t>Developed an Artificial Neural Network (ANN) to predict college admission status. </a:t>
            </a:r>
          </a:p>
          <a:p>
            <a:pPr lvl="0"/>
            <a:r>
              <a:rPr lang="en-IN" sz="2400" dirty="0"/>
              <a:t>Performed data preprocessing and hyperparameter tuning. </a:t>
            </a:r>
          </a:p>
          <a:p>
            <a:pPr lvl="0"/>
            <a:r>
              <a:rPr lang="en-IN" sz="2400" dirty="0"/>
              <a:t>Achieved a Best Validation Accuracy of 81.12%. </a:t>
            </a:r>
          </a:p>
          <a:p>
            <a:pPr lvl="0"/>
            <a:r>
              <a:rPr lang="en-IN" sz="2400" dirty="0"/>
              <a:t>Successfully deployed the model using </a:t>
            </a:r>
            <a:r>
              <a:rPr lang="en-IN" sz="2400" dirty="0" err="1"/>
              <a:t>Streamlit</a:t>
            </a:r>
            <a:r>
              <a:rPr lang="en-IN" sz="2400" dirty="0"/>
              <a:t> for real-time predictions. </a:t>
            </a:r>
          </a:p>
          <a:p>
            <a:pPr lvl="0"/>
            <a:r>
              <a:rPr lang="en-IN" sz="2400" dirty="0"/>
              <a:t>The solution supports faster, consistent, and data-driven admission decisions while reducing manual effort.</a:t>
            </a:r>
          </a:p>
          <a:p>
            <a:pPr marL="0" indent="0">
              <a:buNone/>
            </a:pPr>
            <a:endParaRPr lang="en-IN" sz="2400" dirty="0"/>
          </a:p>
        </p:txBody>
      </p:sp>
      <p:pic>
        <p:nvPicPr>
          <p:cNvPr id="5" name="Picture 4">
            <a:extLst>
              <a:ext uri="{FF2B5EF4-FFF2-40B4-BE49-F238E27FC236}">
                <a16:creationId xmlns:a16="http://schemas.microsoft.com/office/drawing/2014/main" id="{1B7C134B-DDF5-D977-2730-FBB03BA186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7113" y="6492208"/>
            <a:ext cx="2149026" cy="365792"/>
          </a:xfrm>
          <a:prstGeom prst="rect">
            <a:avLst/>
          </a:prstGeom>
        </p:spPr>
      </p:pic>
    </p:spTree>
    <p:extLst>
      <p:ext uri="{BB962C8B-B14F-4D97-AF65-F5344CB8AC3E}">
        <p14:creationId xmlns:p14="http://schemas.microsoft.com/office/powerpoint/2010/main" val="2807712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4CB8E8-D437-3D4C-0E0E-2019A6C5A9A4}"/>
              </a:ext>
            </a:extLst>
          </p:cNvPr>
          <p:cNvPicPr>
            <a:picLocks noChangeAspect="1"/>
          </p:cNvPicPr>
          <p:nvPr/>
        </p:nvPicPr>
        <p:blipFill>
          <a:blip r:embed="rId2"/>
          <a:stretch>
            <a:fillRect/>
          </a:stretch>
        </p:blipFill>
        <p:spPr>
          <a:xfrm>
            <a:off x="1318546" y="513943"/>
            <a:ext cx="9554908" cy="5830114"/>
          </a:xfrm>
          <a:prstGeom prst="rect">
            <a:avLst/>
          </a:prstGeom>
        </p:spPr>
      </p:pic>
      <p:pic>
        <p:nvPicPr>
          <p:cNvPr id="4" name="Picture 3">
            <a:extLst>
              <a:ext uri="{FF2B5EF4-FFF2-40B4-BE49-F238E27FC236}">
                <a16:creationId xmlns:a16="http://schemas.microsoft.com/office/drawing/2014/main" id="{AE2F84DE-3019-717B-BE34-8A304E1B58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42974" y="6492208"/>
            <a:ext cx="2149026" cy="365792"/>
          </a:xfrm>
          <a:prstGeom prst="rect">
            <a:avLst/>
          </a:prstGeom>
        </p:spPr>
      </p:pic>
    </p:spTree>
    <p:extLst>
      <p:ext uri="{BB962C8B-B14F-4D97-AF65-F5344CB8AC3E}">
        <p14:creationId xmlns:p14="http://schemas.microsoft.com/office/powerpoint/2010/main" val="1247316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EE3CB1-5483-1BEB-20FB-9FD6F30434CD}"/>
              </a:ext>
            </a:extLst>
          </p:cNvPr>
          <p:cNvPicPr>
            <a:picLocks noChangeAspect="1"/>
          </p:cNvPicPr>
          <p:nvPr/>
        </p:nvPicPr>
        <p:blipFill>
          <a:blip r:embed="rId2"/>
          <a:stretch>
            <a:fillRect/>
          </a:stretch>
        </p:blipFill>
        <p:spPr>
          <a:xfrm>
            <a:off x="538626" y="521843"/>
            <a:ext cx="10946896" cy="5812849"/>
          </a:xfrm>
          <a:prstGeom prst="rect">
            <a:avLst/>
          </a:prstGeom>
        </p:spPr>
      </p:pic>
      <p:pic>
        <p:nvPicPr>
          <p:cNvPr id="4" name="Picture 3">
            <a:extLst>
              <a:ext uri="{FF2B5EF4-FFF2-40B4-BE49-F238E27FC236}">
                <a16:creationId xmlns:a16="http://schemas.microsoft.com/office/drawing/2014/main" id="{A0966B32-5936-74A9-FA34-64F3C61536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9247" y="6430297"/>
            <a:ext cx="2512753" cy="427703"/>
          </a:xfrm>
          <a:prstGeom prst="rect">
            <a:avLst/>
          </a:prstGeom>
        </p:spPr>
      </p:pic>
    </p:spTree>
    <p:extLst>
      <p:ext uri="{BB962C8B-B14F-4D97-AF65-F5344CB8AC3E}">
        <p14:creationId xmlns:p14="http://schemas.microsoft.com/office/powerpoint/2010/main" val="1932814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771</TotalTime>
  <Words>1274</Words>
  <Application>Microsoft Office PowerPoint</Application>
  <PresentationFormat>Widescreen</PresentationFormat>
  <Paragraphs>171</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PowerPoint Presentation</vt:lpstr>
      <vt:lpstr>About Me:</vt:lpstr>
      <vt:lpstr>Agenda</vt:lpstr>
      <vt:lpstr>Introduction</vt:lpstr>
      <vt:lpstr>CRISP(ML)-Q Methodology</vt:lpstr>
      <vt:lpstr>Business Problem</vt:lpstr>
      <vt:lpstr>Objective of the Problem</vt:lpstr>
      <vt:lpstr>Dataset Overview</vt:lpstr>
      <vt:lpstr>Data Preprocessing</vt:lpstr>
      <vt:lpstr>PowerPoint Presentation</vt:lpstr>
      <vt:lpstr>Building Architecture</vt:lpstr>
      <vt:lpstr>Model Evaluation</vt:lpstr>
      <vt:lpstr>Best Hyperparameters:</vt:lpstr>
      <vt:lpstr>PowerPoint Presentation</vt:lpstr>
      <vt:lpstr>Model Deployment</vt:lpstr>
      <vt:lpstr>Challenges</vt:lpstr>
      <vt:lpstr>Final Key Insights </vt:lpstr>
      <vt:lpstr>Recommendations</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vallamalla rajasrinivas</dc:creator>
  <cp:lastModifiedBy>vallamalla rajasrinivas</cp:lastModifiedBy>
  <cp:revision>1</cp:revision>
  <dcterms:created xsi:type="dcterms:W3CDTF">2026-08-05T09:09:16Z</dcterms:created>
  <dcterms:modified xsi:type="dcterms:W3CDTF">2026-08-07T23:42:26Z</dcterms:modified>
</cp:coreProperties>
</file>